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B9411-D595-4B64-A8D2-38FBFC8318D2}" v="8" dt="2026-03-10T17:39:12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ppenheim, Tomas" userId="7bbdd6b4-1f3d-4fdd-ac21-d8c716941374" providerId="ADAL" clId="{868CCE3B-0BC1-45F9-B792-6C1CD11EB596}"/>
    <pc:docChg chg="undo custSel modSld">
      <pc:chgData name="Oppenheim, Tomas" userId="7bbdd6b4-1f3d-4fdd-ac21-d8c716941374" providerId="ADAL" clId="{868CCE3B-0BC1-45F9-B792-6C1CD11EB596}" dt="2026-03-10T18:52:38.486" v="399" actId="1036"/>
      <pc:docMkLst>
        <pc:docMk/>
      </pc:docMkLst>
      <pc:sldChg chg="addSp delSp modSp mod">
        <pc:chgData name="Oppenheim, Tomas" userId="7bbdd6b4-1f3d-4fdd-ac21-d8c716941374" providerId="ADAL" clId="{868CCE3B-0BC1-45F9-B792-6C1CD11EB596}" dt="2026-03-10T18:52:38.486" v="399" actId="1036"/>
        <pc:sldMkLst>
          <pc:docMk/>
          <pc:sldMk cId="889021348" sldId="256"/>
        </pc:sldMkLst>
        <pc:spChg chg="del">
          <ac:chgData name="Oppenheim, Tomas" userId="7bbdd6b4-1f3d-4fdd-ac21-d8c716941374" providerId="ADAL" clId="{868CCE3B-0BC1-45F9-B792-6C1CD11EB596}" dt="2026-03-10T17:30:14.158" v="9" actId="21"/>
          <ac:spMkLst>
            <pc:docMk/>
            <pc:sldMk cId="889021348" sldId="256"/>
            <ac:spMk id="8" creationId="{09C5BA29-55BF-79A3-1DB0-55A259F482FD}"/>
          </ac:spMkLst>
        </pc:spChg>
        <pc:spChg chg="add mod">
          <ac:chgData name="Oppenheim, Tomas" userId="7bbdd6b4-1f3d-4fdd-ac21-d8c716941374" providerId="ADAL" clId="{868CCE3B-0BC1-45F9-B792-6C1CD11EB596}" dt="2026-03-10T17:31:12.517" v="153" actId="20577"/>
          <ac:spMkLst>
            <pc:docMk/>
            <pc:sldMk cId="889021348" sldId="256"/>
            <ac:spMk id="10" creationId="{18168626-4AA1-D3C8-6DF1-636D56391A07}"/>
          </ac:spMkLst>
        </pc:spChg>
        <pc:spChg chg="mod">
          <ac:chgData name="Oppenheim, Tomas" userId="7bbdd6b4-1f3d-4fdd-ac21-d8c716941374" providerId="ADAL" clId="{868CCE3B-0BC1-45F9-B792-6C1CD11EB596}" dt="2026-03-10T17:32:05.242" v="193" actId="20577"/>
          <ac:spMkLst>
            <pc:docMk/>
            <pc:sldMk cId="889021348" sldId="256"/>
            <ac:spMk id="19" creationId="{94D5377C-29C9-5EAF-8E8F-4F8F0A181D9C}"/>
          </ac:spMkLst>
        </pc:spChg>
        <pc:spChg chg="del mod">
          <ac:chgData name="Oppenheim, Tomas" userId="7bbdd6b4-1f3d-4fdd-ac21-d8c716941374" providerId="ADAL" clId="{868CCE3B-0BC1-45F9-B792-6C1CD11EB596}" dt="2026-03-10T17:32:10.421" v="194" actId="478"/>
          <ac:spMkLst>
            <pc:docMk/>
            <pc:sldMk cId="889021348" sldId="256"/>
            <ac:spMk id="22" creationId="{7ADC9035-DEC5-BCCC-14CF-B473101574FD}"/>
          </ac:spMkLst>
        </pc:spChg>
        <pc:spChg chg="add mod">
          <ac:chgData name="Oppenheim, Tomas" userId="7bbdd6b4-1f3d-4fdd-ac21-d8c716941374" providerId="ADAL" clId="{868CCE3B-0BC1-45F9-B792-6C1CD11EB596}" dt="2026-03-10T17:39:43.521" v="391" actId="207"/>
          <ac:spMkLst>
            <pc:docMk/>
            <pc:sldMk cId="889021348" sldId="256"/>
            <ac:spMk id="23" creationId="{477A5549-5C0A-0096-7E65-821ACB7327B2}"/>
          </ac:spMkLst>
        </pc:spChg>
        <pc:picChg chg="add mod ord">
          <ac:chgData name="Oppenheim, Tomas" userId="7bbdd6b4-1f3d-4fdd-ac21-d8c716941374" providerId="ADAL" clId="{868CCE3B-0BC1-45F9-B792-6C1CD11EB596}" dt="2026-03-10T18:52:38.486" v="399" actId="1036"/>
          <ac:picMkLst>
            <pc:docMk/>
            <pc:sldMk cId="889021348" sldId="256"/>
            <ac:picMk id="3" creationId="{DC2B3044-3CD2-65E8-0C9A-FEC50DC636EA}"/>
          </ac:picMkLst>
        </pc:picChg>
        <pc:picChg chg="del">
          <ac:chgData name="Oppenheim, Tomas" userId="7bbdd6b4-1f3d-4fdd-ac21-d8c716941374" providerId="ADAL" clId="{868CCE3B-0BC1-45F9-B792-6C1CD11EB596}" dt="2026-03-10T17:29:15.223" v="1" actId="478"/>
          <ac:picMkLst>
            <pc:docMk/>
            <pc:sldMk cId="889021348" sldId="256"/>
            <ac:picMk id="5" creationId="{F3A1DAB2-D790-39C9-ED2E-31C12DA41747}"/>
          </ac:picMkLst>
        </pc:picChg>
        <pc:cxnChg chg="del mod">
          <ac:chgData name="Oppenheim, Tomas" userId="7bbdd6b4-1f3d-4fdd-ac21-d8c716941374" providerId="ADAL" clId="{868CCE3B-0BC1-45F9-B792-6C1CD11EB596}" dt="2026-03-10T17:30:14.158" v="9" actId="21"/>
          <ac:cxnSpMkLst>
            <pc:docMk/>
            <pc:sldMk cId="889021348" sldId="256"/>
            <ac:cxnSpMk id="7" creationId="{B561A7BD-BC5D-BFCE-2C23-335F8368CF3F}"/>
          </ac:cxnSpMkLst>
        </pc:cxnChg>
        <pc:cxnChg chg="add mod">
          <ac:chgData name="Oppenheim, Tomas" userId="7bbdd6b4-1f3d-4fdd-ac21-d8c716941374" providerId="ADAL" clId="{868CCE3B-0BC1-45F9-B792-6C1CD11EB596}" dt="2026-03-10T17:31:23.061" v="157" actId="14100"/>
          <ac:cxnSpMkLst>
            <pc:docMk/>
            <pc:sldMk cId="889021348" sldId="256"/>
            <ac:cxnSpMk id="12" creationId="{088787D7-1F25-F48C-31AD-721B91829AC6}"/>
          </ac:cxnSpMkLst>
        </pc:cxnChg>
        <pc:cxnChg chg="del mod">
          <ac:chgData name="Oppenheim, Tomas" userId="7bbdd6b4-1f3d-4fdd-ac21-d8c716941374" providerId="ADAL" clId="{868CCE3B-0BC1-45F9-B792-6C1CD11EB596}" dt="2026-03-10T17:32:13.523" v="195" actId="478"/>
          <ac:cxnSpMkLst>
            <pc:docMk/>
            <pc:sldMk cId="889021348" sldId="256"/>
            <ac:cxnSpMk id="17" creationId="{5D6953E9-FD46-E287-A662-8DA5FF2DDF56}"/>
          </ac:cxnSpMkLst>
        </pc:cxnChg>
        <pc:cxnChg chg="mod">
          <ac:chgData name="Oppenheim, Tomas" userId="7bbdd6b4-1f3d-4fdd-ac21-d8c716941374" providerId="ADAL" clId="{868CCE3B-0BC1-45F9-B792-6C1CD11EB596}" dt="2026-03-10T17:31:38.838" v="161" actId="14100"/>
          <ac:cxnSpMkLst>
            <pc:docMk/>
            <pc:sldMk cId="889021348" sldId="256"/>
            <ac:cxnSpMk id="20" creationId="{364D0289-6073-BB0D-468A-CCEEF5F69FF4}"/>
          </ac:cxnSpMkLst>
        </pc:cxnChg>
      </pc:sldChg>
      <pc:sldChg chg="addSp delSp modSp mod">
        <pc:chgData name="Oppenheim, Tomas" userId="7bbdd6b4-1f3d-4fdd-ac21-d8c716941374" providerId="ADAL" clId="{868CCE3B-0BC1-45F9-B792-6C1CD11EB596}" dt="2026-03-10T17:33:10.515" v="198" actId="21"/>
        <pc:sldMkLst>
          <pc:docMk/>
          <pc:sldMk cId="102321649" sldId="257"/>
        </pc:sldMkLst>
        <pc:spChg chg="add del mod">
          <ac:chgData name="Oppenheim, Tomas" userId="7bbdd6b4-1f3d-4fdd-ac21-d8c716941374" providerId="ADAL" clId="{868CCE3B-0BC1-45F9-B792-6C1CD11EB596}" dt="2026-03-10T17:33:10.515" v="198" actId="21"/>
          <ac:spMkLst>
            <pc:docMk/>
            <pc:sldMk cId="102321649" sldId="257"/>
            <ac:spMk id="3" creationId="{CE2EB99B-BADC-437D-ECF5-2936E26D5ED8}"/>
          </ac:spMkLst>
        </pc:spChg>
        <pc:spChg chg="add mod">
          <ac:chgData name="Oppenheim, Tomas" userId="7bbdd6b4-1f3d-4fdd-ac21-d8c716941374" providerId="ADAL" clId="{868CCE3B-0BC1-45F9-B792-6C1CD11EB596}" dt="2026-03-10T17:30:15.869" v="10"/>
          <ac:spMkLst>
            <pc:docMk/>
            <pc:sldMk cId="102321649" sldId="257"/>
            <ac:spMk id="8" creationId="{09C5BA29-55BF-79A3-1DB0-55A259F482FD}"/>
          </ac:spMkLst>
        </pc:spChg>
        <pc:picChg chg="mod">
          <ac:chgData name="Oppenheim, Tomas" userId="7bbdd6b4-1f3d-4fdd-ac21-d8c716941374" providerId="ADAL" clId="{868CCE3B-0BC1-45F9-B792-6C1CD11EB596}" dt="2026-03-10T17:30:20.034" v="12" actId="1076"/>
          <ac:picMkLst>
            <pc:docMk/>
            <pc:sldMk cId="102321649" sldId="257"/>
            <ac:picMk id="5" creationId="{0C2724C4-A4B5-834D-AA10-602E36932853}"/>
          </ac:picMkLst>
        </pc:picChg>
        <pc:cxnChg chg="add mod">
          <ac:chgData name="Oppenheim, Tomas" userId="7bbdd6b4-1f3d-4fdd-ac21-d8c716941374" providerId="ADAL" clId="{868CCE3B-0BC1-45F9-B792-6C1CD11EB596}" dt="2026-03-10T17:30:24.408" v="14" actId="13822"/>
          <ac:cxnSpMkLst>
            <pc:docMk/>
            <pc:sldMk cId="102321649" sldId="257"/>
            <ac:cxnSpMk id="7" creationId="{B561A7BD-BC5D-BFCE-2C23-335F8368CF3F}"/>
          </ac:cxnSpMkLst>
        </pc:cxnChg>
      </pc:sldChg>
      <pc:sldChg chg="addSp delSp modSp mod">
        <pc:chgData name="Oppenheim, Tomas" userId="7bbdd6b4-1f3d-4fdd-ac21-d8c716941374" providerId="ADAL" clId="{868CCE3B-0BC1-45F9-B792-6C1CD11EB596}" dt="2026-03-10T17:56:24.357" v="398" actId="14100"/>
        <pc:sldMkLst>
          <pc:docMk/>
          <pc:sldMk cId="3873636605" sldId="258"/>
        </pc:sldMkLst>
        <pc:spChg chg="add mod">
          <ac:chgData name="Oppenheim, Tomas" userId="7bbdd6b4-1f3d-4fdd-ac21-d8c716941374" providerId="ADAL" clId="{868CCE3B-0BC1-45F9-B792-6C1CD11EB596}" dt="2026-03-10T17:37:39.990" v="311" actId="20577"/>
          <ac:spMkLst>
            <pc:docMk/>
            <pc:sldMk cId="3873636605" sldId="258"/>
            <ac:spMk id="4" creationId="{CE2EB99B-BADC-437D-ECF5-2936E26D5ED8}"/>
          </ac:spMkLst>
        </pc:spChg>
        <pc:picChg chg="add del">
          <ac:chgData name="Oppenheim, Tomas" userId="7bbdd6b4-1f3d-4fdd-ac21-d8c716941374" providerId="ADAL" clId="{868CCE3B-0BC1-45F9-B792-6C1CD11EB596}" dt="2026-03-10T17:55:54.037" v="392" actId="478"/>
          <ac:picMkLst>
            <pc:docMk/>
            <pc:sldMk cId="3873636605" sldId="258"/>
            <ac:picMk id="3" creationId="{4CE56E76-6E56-0155-F6AB-4FF2F6093D82}"/>
          </ac:picMkLst>
        </pc:picChg>
        <pc:picChg chg="del">
          <ac:chgData name="Oppenheim, Tomas" userId="7bbdd6b4-1f3d-4fdd-ac21-d8c716941374" providerId="ADAL" clId="{868CCE3B-0BC1-45F9-B792-6C1CD11EB596}" dt="2026-03-10T17:28:54.572" v="0" actId="478"/>
          <ac:picMkLst>
            <pc:docMk/>
            <pc:sldMk cId="3873636605" sldId="258"/>
            <ac:picMk id="5" creationId="{AFE8CF69-BB3D-F64B-40A6-3E7DE6A7E55F}"/>
          </ac:picMkLst>
        </pc:picChg>
        <pc:picChg chg="add mod ord">
          <ac:chgData name="Oppenheim, Tomas" userId="7bbdd6b4-1f3d-4fdd-ac21-d8c716941374" providerId="ADAL" clId="{868CCE3B-0BC1-45F9-B792-6C1CD11EB596}" dt="2026-03-10T17:56:16.461" v="395" actId="1076"/>
          <ac:picMkLst>
            <pc:docMk/>
            <pc:sldMk cId="3873636605" sldId="258"/>
            <ac:picMk id="15" creationId="{32CCA652-D316-7F07-490E-F463D8394112}"/>
          </ac:picMkLst>
        </pc:picChg>
        <pc:cxnChg chg="add mod">
          <ac:chgData name="Oppenheim, Tomas" userId="7bbdd6b4-1f3d-4fdd-ac21-d8c716941374" providerId="ADAL" clId="{868CCE3B-0BC1-45F9-B792-6C1CD11EB596}" dt="2026-03-10T17:56:19.764" v="397" actId="14100"/>
          <ac:cxnSpMkLst>
            <pc:docMk/>
            <pc:sldMk cId="3873636605" sldId="258"/>
            <ac:cxnSpMk id="6" creationId="{104EFAB3-D06F-79BC-5A19-E4667C2A7AF5}"/>
          </ac:cxnSpMkLst>
        </pc:cxnChg>
        <pc:cxnChg chg="add mod">
          <ac:chgData name="Oppenheim, Tomas" userId="7bbdd6b4-1f3d-4fdd-ac21-d8c716941374" providerId="ADAL" clId="{868CCE3B-0BC1-45F9-B792-6C1CD11EB596}" dt="2026-03-10T17:56:24.357" v="398" actId="14100"/>
          <ac:cxnSpMkLst>
            <pc:docMk/>
            <pc:sldMk cId="3873636605" sldId="258"/>
            <ac:cxnSpMk id="12" creationId="{EC45A769-9173-5BF2-AAB1-91AF9384F2B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8ADF-047F-4EA1-35B8-3C990C00F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AF12D-AC77-EEA9-46DD-FFED406D0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C2E48-1F83-EC79-E8DE-9B4C5730E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15C6-CF4E-E1FF-F5F5-07D091869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F61AB-2717-6878-5F7C-72B3BE6C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02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000B5-52C3-E18A-24D9-E9E44B40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BE4C8-0684-FA7F-39AE-4E7C672CA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57343-7C1F-2C7E-74DD-69ABBF81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040BD-5FAB-E055-4EDB-25029BD2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A69DB-A365-EF71-3438-7B6799D6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6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6C343-6F90-6C21-3CF0-3A8DE4EB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E63C-CE0A-87E3-30B4-5966C3720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01EBD-B8FB-A940-64D5-2D082BE0C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71ADB-C797-4D75-DABE-A1C298523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3464F-C7B7-D664-2DB8-99DF355C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55B0-DA17-1B47-E000-DE4976CC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F9650-AD5E-3C1A-FE05-82E45D669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74C83-BB04-09F8-1237-AB774A8D3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71854-02F3-CC87-DC24-6C474DB6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6A193-FF5E-3DA4-FBE8-5A5EF9AD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93234-9AED-68CA-B946-646CE5EF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90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2076-B9B2-D6B2-9AB1-8A8E701F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1F946-5748-EBD8-DEAD-9079FC1C9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651C0-94A7-73C7-BCD3-E30DB86AD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1BBD3-C7E3-049B-B458-D24DD173A7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256F7-60AB-A9C1-A806-2CE0029F8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262ECA-233B-425E-64CE-0282325F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245863-FB5E-9A91-AFE6-4A4FDD404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5462BD-3485-7FAA-5BA8-06697D4D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73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FB39-E5D2-3A8E-05A7-47B081BA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3A328-9E16-024A-1F14-9F80ABDEF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E2B63-10E3-EEE2-D333-BF0C749B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1B3E6-199C-A7A3-B5C2-CC5B83FB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D5BF5C-9202-271C-E48B-104B20DE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47C61-E409-FBC9-4D0C-1BB14BC0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721FB-FF6A-2517-75D8-718C74BB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897C-0037-D0E7-BA17-7B9DCB1A6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78022-D634-02C2-F528-FD8D08863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A56D2-8F20-3CC5-7A4F-86BA64EA0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00935-BFA6-7138-8059-D4FFD78C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B074D-9BDC-CC95-E7EC-C77B69F5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483E6-8005-60A6-6E6F-4B21BFBC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1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4F3F-7E1D-B122-74F8-9DA9824A0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7F48-CF56-5172-A15E-5F0421205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503D7-6C3E-974E-3C46-F12570D9C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D0118-C3DE-620B-5BCC-CC0CE5F0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5C202-C6D2-DE41-417C-31A8DBA83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F4842-B929-9C16-C4A9-7D15B91E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51EF4-3497-E52D-0CE5-946CD355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71208-6DC4-E7B1-A3BB-690872EFA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C2946-858F-DE26-F062-2D01A6A3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E1047-B5A9-63F1-824A-A97D0379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DD5BD-8D87-AA0B-5326-3A706903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54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88E805-DBA4-8151-2E95-2BDF1BFD4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32579-E6EA-54EB-458C-486B8D500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517D6-ADF0-81D5-F906-6BA54913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F6207-E49E-DF58-38F1-258189DD0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8719A-28C1-B1B8-0AAF-FECA1522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7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4B8FC-A9AC-4B54-54B0-AE513854F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62780-679A-8899-4EB3-3CC7D16B3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15E9C-E9B1-A36C-496E-2726F705B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78C51-F3D9-481E-BE80-04635408BD5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009D0-06CC-B2B8-2022-E35805F48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F977B-EC8F-CDD5-7915-651209A20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E0CD4-09AE-4EE0-B5D8-1DC7B8F4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4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2B3044-3CD2-65E8-0C9A-FEC50DC63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37" y="272290"/>
            <a:ext cx="7125317" cy="602032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193D11-91C8-83EC-C7CA-D81693556E2B}"/>
              </a:ext>
            </a:extLst>
          </p:cNvPr>
          <p:cNvCxnSpPr>
            <a:cxnSpLocks/>
          </p:cNvCxnSpPr>
          <p:nvPr/>
        </p:nvCxnSpPr>
        <p:spPr>
          <a:xfrm flipV="1">
            <a:off x="2098964" y="2571403"/>
            <a:ext cx="368531" cy="245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FEF5310-8948-B2C4-7B19-3724E854AE55}"/>
              </a:ext>
            </a:extLst>
          </p:cNvPr>
          <p:cNvSpPr txBox="1"/>
          <p:nvPr/>
        </p:nvSpPr>
        <p:spPr>
          <a:xfrm>
            <a:off x="0" y="2816630"/>
            <a:ext cx="3753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Press-fit steel dowel </a:t>
            </a:r>
          </a:p>
          <a:p>
            <a:r>
              <a:rPr lang="en-US" b="1" dirty="0"/>
              <a:t>pin for precision </a:t>
            </a:r>
          </a:p>
          <a:p>
            <a:r>
              <a:rPr lang="en-US" b="1" dirty="0"/>
              <a:t>location matching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D5377C-29C9-5EAF-8E8F-4F8F0A181D9C}"/>
              </a:ext>
            </a:extLst>
          </p:cNvPr>
          <p:cNvSpPr txBox="1"/>
          <p:nvPr/>
        </p:nvSpPr>
        <p:spPr>
          <a:xfrm>
            <a:off x="4349537" y="5783684"/>
            <a:ext cx="3753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Head of pixel (not shown) should have two long set screws that attach to head of pixel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64D0289-6073-BB0D-468A-CCEEF5F69FF4}"/>
              </a:ext>
            </a:extLst>
          </p:cNvPr>
          <p:cNvCxnSpPr>
            <a:cxnSpLocks/>
          </p:cNvCxnSpPr>
          <p:nvPr/>
        </p:nvCxnSpPr>
        <p:spPr>
          <a:xfrm flipH="1" flipV="1">
            <a:off x="4578195" y="3146367"/>
            <a:ext cx="1388841" cy="2581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168626-4AA1-D3C8-6DF1-636D56391A07}"/>
              </a:ext>
            </a:extLst>
          </p:cNvPr>
          <p:cNvSpPr txBox="1"/>
          <p:nvPr/>
        </p:nvSpPr>
        <p:spPr>
          <a:xfrm>
            <a:off x="8027206" y="4728248"/>
            <a:ext cx="37531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Channels for air to flow through and provide lateral stabilization like an air hockey table would for the puck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8787D7-1F25-F48C-31AD-721B91829AC6}"/>
              </a:ext>
            </a:extLst>
          </p:cNvPr>
          <p:cNvCxnSpPr>
            <a:cxnSpLocks/>
          </p:cNvCxnSpPr>
          <p:nvPr/>
        </p:nvCxnSpPr>
        <p:spPr>
          <a:xfrm flipH="1" flipV="1">
            <a:off x="5066607" y="2029523"/>
            <a:ext cx="2960599" cy="3062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77A5549-5C0A-0096-7E65-821ACB7327B2}"/>
              </a:ext>
            </a:extLst>
          </p:cNvPr>
          <p:cNvSpPr txBox="1"/>
          <p:nvPr/>
        </p:nvSpPr>
        <p:spPr>
          <a:xfrm>
            <a:off x="8345978" y="985058"/>
            <a:ext cx="3329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If pixel made of hardened stainless steel, 0.01 </a:t>
            </a:r>
            <a:r>
              <a:rPr lang="en-US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lb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weight.  </a:t>
            </a:r>
          </a:p>
        </p:txBody>
      </p:sp>
    </p:spTree>
    <p:extLst>
      <p:ext uri="{BB962C8B-B14F-4D97-AF65-F5344CB8AC3E}">
        <p14:creationId xmlns:p14="http://schemas.microsoft.com/office/powerpoint/2010/main" val="88902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2724C4-A4B5-834D-AA10-602E36932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70" y="428365"/>
            <a:ext cx="6687129" cy="600127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61A7BD-BC5D-BFCE-2C23-335F8368CF3F}"/>
              </a:ext>
            </a:extLst>
          </p:cNvPr>
          <p:cNvCxnSpPr>
            <a:cxnSpLocks/>
          </p:cNvCxnSpPr>
          <p:nvPr/>
        </p:nvCxnSpPr>
        <p:spPr>
          <a:xfrm flipH="1" flipV="1">
            <a:off x="3187931" y="3873731"/>
            <a:ext cx="1953491" cy="1812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9C5BA29-55BF-79A3-1DB0-55A259F482FD}"/>
              </a:ext>
            </a:extLst>
          </p:cNvPr>
          <p:cNvSpPr txBox="1"/>
          <p:nvPr/>
        </p:nvSpPr>
        <p:spPr>
          <a:xfrm>
            <a:off x="5228705" y="5631873"/>
            <a:ext cx="3753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Pipe thread…never coming out.  Compressed air pushes on pixel directly to lift up</a:t>
            </a:r>
          </a:p>
        </p:txBody>
      </p:sp>
    </p:spTree>
    <p:extLst>
      <p:ext uri="{BB962C8B-B14F-4D97-AF65-F5344CB8AC3E}">
        <p14:creationId xmlns:p14="http://schemas.microsoft.com/office/powerpoint/2010/main" val="10232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2CCA652-D316-7F07-490E-F463D8394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106" y="898257"/>
            <a:ext cx="6420406" cy="55516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2EB99B-BADC-437D-ECF5-2936E26D5ED8}"/>
              </a:ext>
            </a:extLst>
          </p:cNvPr>
          <p:cNvSpPr txBox="1"/>
          <p:nvPr/>
        </p:nvSpPr>
        <p:spPr>
          <a:xfrm>
            <a:off x="7209905" y="5526578"/>
            <a:ext cx="3753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Compressed air from below pushes up and provides lateral resistance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4EFAB3-D06F-79BC-5A19-E4667C2A7AF5}"/>
              </a:ext>
            </a:extLst>
          </p:cNvPr>
          <p:cNvCxnSpPr>
            <a:cxnSpLocks/>
          </p:cNvCxnSpPr>
          <p:nvPr/>
        </p:nvCxnSpPr>
        <p:spPr>
          <a:xfrm flipH="1" flipV="1">
            <a:off x="6812280" y="3586942"/>
            <a:ext cx="1963136" cy="2028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45A769-9173-5BF2-AAB1-91AF9384F2B8}"/>
              </a:ext>
            </a:extLst>
          </p:cNvPr>
          <p:cNvCxnSpPr>
            <a:cxnSpLocks/>
          </p:cNvCxnSpPr>
          <p:nvPr/>
        </p:nvCxnSpPr>
        <p:spPr>
          <a:xfrm flipH="1" flipV="1">
            <a:off x="6317673" y="4206240"/>
            <a:ext cx="2497973" cy="1368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636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84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Oppenheim, Tomas</dc:creator>
  <cp:lastModifiedBy>Oppenheim, Tomas</cp:lastModifiedBy>
  <cp:revision>1</cp:revision>
  <dcterms:created xsi:type="dcterms:W3CDTF">2026-03-10T03:51:13Z</dcterms:created>
  <dcterms:modified xsi:type="dcterms:W3CDTF">2026-03-10T18:52:47Z</dcterms:modified>
</cp:coreProperties>
</file>