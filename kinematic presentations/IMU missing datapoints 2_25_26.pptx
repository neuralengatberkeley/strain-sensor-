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9EE0-D85C-FA1A-A15C-610DA2E9B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DD544-3ACD-A78F-DB20-A227A6CA5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D82BB-EDB9-956A-2800-BDADE9013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4902B-88B7-0A41-678E-5CA6DCA4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A49CF-53B0-6034-1EAB-9999FAF70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3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35326-F884-0FD8-67F6-66CACCA9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26490-377E-105D-041D-CAC5B6C2D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DAC44-0661-D78B-B1A1-04CC44A9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64BF8-C31B-94DF-BE80-0E2DEFE9A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ADEA9-3523-EB7B-0AD4-AB0B8251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2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17AAF-E7B8-5605-B372-84CB5899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C0154-4192-EE3D-5CC5-011E0B738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7595-52FA-2CE6-AA4E-BEF84CF31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24DF-64C3-31E1-F78A-8F2EFD79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4E1CF-780A-F26E-7527-FB9FC8C39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00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0E5B9-B5DB-FACC-5B51-5DA297E8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0A997-51D1-67D5-E51B-792433AC42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039AC-BD90-6D29-C5F7-85A162C25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A62071-6200-6B27-28CF-9F6B5756A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56918C-41DE-AE25-8BC1-2775A055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DDE66-2E36-4A4F-C975-1C3598B13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6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D87B2-02C9-9F6D-92E3-3507E89B2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D4615-14F5-C7DD-5A9B-44D34D714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0D2D1-D08A-0EEB-766E-592BE929F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13E5B-AEFF-901B-0D07-EDEB0718B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1219D-8319-3B66-E161-668183FBB9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F9C2E2-297A-7D5C-FE76-174DBF258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84404-E994-364B-AF29-49813B541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83BAAF-4BC5-1A50-9C36-7DD75B7A2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958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A27C-91B4-8025-208E-F8A6A90F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B47BAA-FCA1-E66A-B7D3-56432367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5A4F93-9177-9194-C538-E1974F079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12516-7115-94B9-343C-F7A9FD9D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1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0EB8E7-BB49-D8AC-700D-B735F08B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0E6DD0-F7D9-97D2-80B4-625B98EC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43C63-A743-B325-DA2C-6043487C4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2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F1E6-B29E-837A-66ED-47C954CF7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DD237-22DB-B92E-9AD0-367893E2A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79F34-3286-0B1D-56E3-68412F1724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69964-4E52-014C-7568-FA5CD48FB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560EA-1F9D-8FA4-A253-52FF5229B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C0D8D-0B65-0B63-17BF-D8FA95434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86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C574-69F7-1402-5893-F35DCD404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918DCC-C021-A77B-9808-0DA5009B25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AFCFB2-DDC5-B029-E86D-CD266B7AA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5D9C5-A6E3-D023-4E13-24930BFDC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E83A9-AC7F-5966-C8A4-B420ED61C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59966-7F39-830F-A480-69F676E6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77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853C-D274-434F-93FF-7DE318217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9E320-C26F-0431-3257-2156EAD4A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F4D15-B6E5-2D2E-D65F-0643B3A7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114D7-FA50-A982-A674-DEFA197AA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19765-82A8-305C-BCFC-352B740A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85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CC30B-601F-3910-8FB0-47E306560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73FBB-9D94-0E19-9498-4017E55F7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DB2ED-44A4-14AE-A030-2D1B3AD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5218A-1E95-1154-7BE7-E04E835A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933F5-14DD-DB29-CD1F-799A84DCA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83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5BD92-E352-64F3-5328-00D0EC44C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4D269-8B86-F49B-9259-1B6347BF0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0D279-5707-17AB-A35A-BDDF8E0C3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94C6F5-531D-46CD-9EA6-D38CACC29BF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1E4DD-F8CC-06AE-35AA-3503EFEEC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25D41-286A-025A-E633-6295BE25F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CB6D6-CA03-40A1-94E9-5181B649E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14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CD3C1E-2B62-4361-BABB-62690D300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499" y="2053244"/>
            <a:ext cx="11092695" cy="269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32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ADCAC3-649C-0838-DFDF-1F5214C50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11" y="1029956"/>
            <a:ext cx="11255976" cy="424648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37D8C96-35D5-0F36-EC46-673B9B938EA1}"/>
              </a:ext>
            </a:extLst>
          </p:cNvPr>
          <p:cNvSpPr/>
          <p:nvPr/>
        </p:nvSpPr>
        <p:spPr>
          <a:xfrm>
            <a:off x="6370655" y="1386673"/>
            <a:ext cx="1919235" cy="14469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227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Oppenheim, Tomas</dc:creator>
  <cp:lastModifiedBy>Oppenheim, Tomas</cp:lastModifiedBy>
  <cp:revision>1</cp:revision>
  <dcterms:created xsi:type="dcterms:W3CDTF">2026-02-25T15:20:15Z</dcterms:created>
  <dcterms:modified xsi:type="dcterms:W3CDTF">2026-02-25T15:23:59Z</dcterms:modified>
</cp:coreProperties>
</file>