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5" r:id="rId3"/>
    <p:sldId id="264" r:id="rId4"/>
    <p:sldId id="267" r:id="rId5"/>
    <p:sldId id="266" r:id="rId6"/>
    <p:sldId id="262" r:id="rId7"/>
    <p:sldId id="263" r:id="rId8"/>
    <p:sldId id="257" r:id="rId9"/>
    <p:sldId id="258" r:id="rId10"/>
    <p:sldId id="259" r:id="rId11"/>
    <p:sldId id="260" r:id="rId12"/>
    <p:sldId id="25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654DD7-13CA-42B8-9BE0-1AFCEC2B1157}" v="482" dt="2025-11-20T18:14:39.6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>
        <p:scale>
          <a:sx n="92" d="100"/>
          <a:sy n="92" d="100"/>
        </p:scale>
        <p:origin x="295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ppenheim, Tomas" userId="7bbdd6b4-1f3d-4fdd-ac21-d8c716941374" providerId="ADAL" clId="{868CCE3B-0BC1-45F9-B792-6C1CD11EB596}"/>
    <pc:docChg chg="undo custSel addSld modSld sldOrd">
      <pc:chgData name="Oppenheim, Tomas" userId="7bbdd6b4-1f3d-4fdd-ac21-d8c716941374" providerId="ADAL" clId="{868CCE3B-0BC1-45F9-B792-6C1CD11EB596}" dt="2025-11-20T18:14:48.495" v="1698" actId="113"/>
      <pc:docMkLst>
        <pc:docMk/>
      </pc:docMkLst>
      <pc:sldChg chg="addSp delSp modSp mod ord">
        <pc:chgData name="Oppenheim, Tomas" userId="7bbdd6b4-1f3d-4fdd-ac21-d8c716941374" providerId="ADAL" clId="{868CCE3B-0BC1-45F9-B792-6C1CD11EB596}" dt="2025-11-19T23:05:50.595" v="605"/>
        <pc:sldMkLst>
          <pc:docMk/>
          <pc:sldMk cId="2719710504" sldId="256"/>
        </pc:sldMkLst>
        <pc:spChg chg="del mod">
          <ac:chgData name="Oppenheim, Tomas" userId="7bbdd6b4-1f3d-4fdd-ac21-d8c716941374" providerId="ADAL" clId="{868CCE3B-0BC1-45F9-B792-6C1CD11EB596}" dt="2025-11-19T19:25:40.355" v="360" actId="478"/>
          <ac:spMkLst>
            <pc:docMk/>
            <pc:sldMk cId="2719710504" sldId="256"/>
            <ac:spMk id="4" creationId="{34D8FA17-C513-1016-BF29-F591D81EB73F}"/>
          </ac:spMkLst>
        </pc:spChg>
        <pc:spChg chg="mod">
          <ac:chgData name="Oppenheim, Tomas" userId="7bbdd6b4-1f3d-4fdd-ac21-d8c716941374" providerId="ADAL" clId="{868CCE3B-0BC1-45F9-B792-6C1CD11EB596}" dt="2025-11-19T19:26:41.608" v="421" actId="20577"/>
          <ac:spMkLst>
            <pc:docMk/>
            <pc:sldMk cId="2719710504" sldId="256"/>
            <ac:spMk id="5" creationId="{6A500A8A-93DB-6FEB-50D4-8A9033D9C689}"/>
          </ac:spMkLst>
        </pc:spChg>
        <pc:spChg chg="del">
          <ac:chgData name="Oppenheim, Tomas" userId="7bbdd6b4-1f3d-4fdd-ac21-d8c716941374" providerId="ADAL" clId="{868CCE3B-0BC1-45F9-B792-6C1CD11EB596}" dt="2025-11-19T19:25:49.569" v="362" actId="478"/>
          <ac:spMkLst>
            <pc:docMk/>
            <pc:sldMk cId="2719710504" sldId="256"/>
            <ac:spMk id="27" creationId="{CA4FEAFA-5539-0513-0DE1-08003505A61B}"/>
          </ac:spMkLst>
        </pc:spChg>
        <pc:spChg chg="del">
          <ac:chgData name="Oppenheim, Tomas" userId="7bbdd6b4-1f3d-4fdd-ac21-d8c716941374" providerId="ADAL" clId="{868CCE3B-0BC1-45F9-B792-6C1CD11EB596}" dt="2025-11-19T19:25:49.569" v="362" actId="478"/>
          <ac:spMkLst>
            <pc:docMk/>
            <pc:sldMk cId="2719710504" sldId="256"/>
            <ac:spMk id="28" creationId="{E1A9F0C0-C2A5-F0CE-EDD8-D73FBD519EE4}"/>
          </ac:spMkLst>
        </pc:spChg>
        <pc:spChg chg="del mod">
          <ac:chgData name="Oppenheim, Tomas" userId="7bbdd6b4-1f3d-4fdd-ac21-d8c716941374" providerId="ADAL" clId="{868CCE3B-0BC1-45F9-B792-6C1CD11EB596}" dt="2025-11-19T19:25:49.569" v="362" actId="478"/>
          <ac:spMkLst>
            <pc:docMk/>
            <pc:sldMk cId="2719710504" sldId="256"/>
            <ac:spMk id="30" creationId="{9DB5AC23-9F32-DA19-6D77-4949FDC112E8}"/>
          </ac:spMkLst>
        </pc:spChg>
        <pc:spChg chg="del mod">
          <ac:chgData name="Oppenheim, Tomas" userId="7bbdd6b4-1f3d-4fdd-ac21-d8c716941374" providerId="ADAL" clId="{868CCE3B-0BC1-45F9-B792-6C1CD11EB596}" dt="2025-11-19T19:25:46.653" v="361" actId="478"/>
          <ac:spMkLst>
            <pc:docMk/>
            <pc:sldMk cId="2719710504" sldId="256"/>
            <ac:spMk id="31" creationId="{0F935344-04B5-77D0-67E5-67A054824FF3}"/>
          </ac:spMkLst>
        </pc:spChg>
        <pc:spChg chg="del">
          <ac:chgData name="Oppenheim, Tomas" userId="7bbdd6b4-1f3d-4fdd-ac21-d8c716941374" providerId="ADAL" clId="{868CCE3B-0BC1-45F9-B792-6C1CD11EB596}" dt="2025-11-19T19:25:46.653" v="361" actId="478"/>
          <ac:spMkLst>
            <pc:docMk/>
            <pc:sldMk cId="2719710504" sldId="256"/>
            <ac:spMk id="33" creationId="{B8E93F4C-1FF8-8AC9-216D-C9528CB05FA1}"/>
          </ac:spMkLst>
        </pc:spChg>
        <pc:spChg chg="del">
          <ac:chgData name="Oppenheim, Tomas" userId="7bbdd6b4-1f3d-4fdd-ac21-d8c716941374" providerId="ADAL" clId="{868CCE3B-0BC1-45F9-B792-6C1CD11EB596}" dt="2025-11-19T19:25:46.653" v="361" actId="478"/>
          <ac:spMkLst>
            <pc:docMk/>
            <pc:sldMk cId="2719710504" sldId="256"/>
            <ac:spMk id="35" creationId="{D70649AE-537C-84B5-9B08-5619A290C641}"/>
          </ac:spMkLst>
        </pc:spChg>
        <pc:spChg chg="del mod">
          <ac:chgData name="Oppenheim, Tomas" userId="7bbdd6b4-1f3d-4fdd-ac21-d8c716941374" providerId="ADAL" clId="{868CCE3B-0BC1-45F9-B792-6C1CD11EB596}" dt="2025-11-19T19:25:46.653" v="361" actId="478"/>
          <ac:spMkLst>
            <pc:docMk/>
            <pc:sldMk cId="2719710504" sldId="256"/>
            <ac:spMk id="36" creationId="{A30DC148-911D-80B5-A4A2-090E4A74563F}"/>
          </ac:spMkLst>
        </pc:spChg>
        <pc:spChg chg="del mod">
          <ac:chgData name="Oppenheim, Tomas" userId="7bbdd6b4-1f3d-4fdd-ac21-d8c716941374" providerId="ADAL" clId="{868CCE3B-0BC1-45F9-B792-6C1CD11EB596}" dt="2025-11-19T19:25:46.653" v="361" actId="478"/>
          <ac:spMkLst>
            <pc:docMk/>
            <pc:sldMk cId="2719710504" sldId="256"/>
            <ac:spMk id="37" creationId="{5365A911-A4E8-7416-1575-C16F2FA9EFE0}"/>
          </ac:spMkLst>
        </pc:spChg>
        <pc:spChg chg="del mod">
          <ac:chgData name="Oppenheim, Tomas" userId="7bbdd6b4-1f3d-4fdd-ac21-d8c716941374" providerId="ADAL" clId="{868CCE3B-0BC1-45F9-B792-6C1CD11EB596}" dt="2025-11-19T18:41:00.202" v="224" actId="478"/>
          <ac:spMkLst>
            <pc:docMk/>
            <pc:sldMk cId="2719710504" sldId="256"/>
            <ac:spMk id="38" creationId="{E61C3C9A-9F37-6F5C-0009-89FF9DAC3014}"/>
          </ac:spMkLst>
        </pc:spChg>
        <pc:spChg chg="mod">
          <ac:chgData name="Oppenheim, Tomas" userId="7bbdd6b4-1f3d-4fdd-ac21-d8c716941374" providerId="ADAL" clId="{868CCE3B-0BC1-45F9-B792-6C1CD11EB596}" dt="2025-11-19T18:20:29.288" v="53" actId="1076"/>
          <ac:spMkLst>
            <pc:docMk/>
            <pc:sldMk cId="2719710504" sldId="256"/>
            <ac:spMk id="41" creationId="{0A0C118B-97C7-52E6-D369-E43853C3EE82}"/>
          </ac:spMkLst>
        </pc:spChg>
        <pc:spChg chg="del">
          <ac:chgData name="Oppenheim, Tomas" userId="7bbdd6b4-1f3d-4fdd-ac21-d8c716941374" providerId="ADAL" clId="{868CCE3B-0BC1-45F9-B792-6C1CD11EB596}" dt="2025-11-19T19:25:49.569" v="362" actId="478"/>
          <ac:spMkLst>
            <pc:docMk/>
            <pc:sldMk cId="2719710504" sldId="256"/>
            <ac:spMk id="50" creationId="{1667D405-1A3A-A15E-8D33-7D0953B28AE6}"/>
          </ac:spMkLst>
        </pc:spChg>
        <pc:spChg chg="del">
          <ac:chgData name="Oppenheim, Tomas" userId="7bbdd6b4-1f3d-4fdd-ac21-d8c716941374" providerId="ADAL" clId="{868CCE3B-0BC1-45F9-B792-6C1CD11EB596}" dt="2025-11-19T19:25:49.569" v="362" actId="478"/>
          <ac:spMkLst>
            <pc:docMk/>
            <pc:sldMk cId="2719710504" sldId="256"/>
            <ac:spMk id="51" creationId="{3024693C-D495-1043-BADE-450F6C70A4E3}"/>
          </ac:spMkLst>
        </pc:spChg>
        <pc:spChg chg="del">
          <ac:chgData name="Oppenheim, Tomas" userId="7bbdd6b4-1f3d-4fdd-ac21-d8c716941374" providerId="ADAL" clId="{868CCE3B-0BC1-45F9-B792-6C1CD11EB596}" dt="2025-11-19T19:25:49.569" v="362" actId="478"/>
          <ac:spMkLst>
            <pc:docMk/>
            <pc:sldMk cId="2719710504" sldId="256"/>
            <ac:spMk id="52" creationId="{37EA5875-A897-470C-3C37-60556700D750}"/>
          </ac:spMkLst>
        </pc:spChg>
        <pc:spChg chg="del">
          <ac:chgData name="Oppenheim, Tomas" userId="7bbdd6b4-1f3d-4fdd-ac21-d8c716941374" providerId="ADAL" clId="{868CCE3B-0BC1-45F9-B792-6C1CD11EB596}" dt="2025-11-19T19:25:49.569" v="362" actId="478"/>
          <ac:spMkLst>
            <pc:docMk/>
            <pc:sldMk cId="2719710504" sldId="256"/>
            <ac:spMk id="60" creationId="{12B41926-7A14-9CAB-61ED-726A381D5ECC}"/>
          </ac:spMkLst>
        </pc:spChg>
        <pc:spChg chg="del">
          <ac:chgData name="Oppenheim, Tomas" userId="7bbdd6b4-1f3d-4fdd-ac21-d8c716941374" providerId="ADAL" clId="{868CCE3B-0BC1-45F9-B792-6C1CD11EB596}" dt="2025-11-19T19:25:49.569" v="362" actId="478"/>
          <ac:spMkLst>
            <pc:docMk/>
            <pc:sldMk cId="2719710504" sldId="256"/>
            <ac:spMk id="61" creationId="{7858E03D-8123-6992-20B0-D1D4DCD4B5AE}"/>
          </ac:spMkLst>
        </pc:spChg>
        <pc:spChg chg="del mod">
          <ac:chgData name="Oppenheim, Tomas" userId="7bbdd6b4-1f3d-4fdd-ac21-d8c716941374" providerId="ADAL" clId="{868CCE3B-0BC1-45F9-B792-6C1CD11EB596}" dt="2025-11-19T19:25:49.569" v="362" actId="478"/>
          <ac:spMkLst>
            <pc:docMk/>
            <pc:sldMk cId="2719710504" sldId="256"/>
            <ac:spMk id="62" creationId="{FEF97680-8CBF-94C8-6A58-8AA18CEA8E95}"/>
          </ac:spMkLst>
        </pc:spChg>
        <pc:spChg chg="mod">
          <ac:chgData name="Oppenheim, Tomas" userId="7bbdd6b4-1f3d-4fdd-ac21-d8c716941374" providerId="ADAL" clId="{868CCE3B-0BC1-45F9-B792-6C1CD11EB596}" dt="2025-11-19T18:33:04.913" v="94" actId="1076"/>
          <ac:spMkLst>
            <pc:docMk/>
            <pc:sldMk cId="2719710504" sldId="256"/>
            <ac:spMk id="64" creationId="{A70893B7-9BA0-C45C-3339-E85D42CA72D2}"/>
          </ac:spMkLst>
        </pc:spChg>
        <pc:spChg chg="add del mod">
          <ac:chgData name="Oppenheim, Tomas" userId="7bbdd6b4-1f3d-4fdd-ac21-d8c716941374" providerId="ADAL" clId="{868CCE3B-0BC1-45F9-B792-6C1CD11EB596}" dt="2025-11-19T19:25:46.653" v="361" actId="478"/>
          <ac:spMkLst>
            <pc:docMk/>
            <pc:sldMk cId="2719710504" sldId="256"/>
            <ac:spMk id="100" creationId="{75EE07B4-B00F-867C-0484-E3B9CB50633C}"/>
          </ac:spMkLst>
        </pc:spChg>
        <pc:spChg chg="add mod">
          <ac:chgData name="Oppenheim, Tomas" userId="7bbdd6b4-1f3d-4fdd-ac21-d8c716941374" providerId="ADAL" clId="{868CCE3B-0BC1-45F9-B792-6C1CD11EB596}" dt="2025-11-19T18:37:58.522" v="174" actId="20577"/>
          <ac:spMkLst>
            <pc:docMk/>
            <pc:sldMk cId="2719710504" sldId="256"/>
            <ac:spMk id="103" creationId="{B6E05A1D-06B6-4C9E-3682-ED870FB08432}"/>
          </ac:spMkLst>
        </pc:spChg>
        <pc:spChg chg="add del mod">
          <ac:chgData name="Oppenheim, Tomas" userId="7bbdd6b4-1f3d-4fdd-ac21-d8c716941374" providerId="ADAL" clId="{868CCE3B-0BC1-45F9-B792-6C1CD11EB596}" dt="2025-11-19T19:25:46.653" v="361" actId="478"/>
          <ac:spMkLst>
            <pc:docMk/>
            <pc:sldMk cId="2719710504" sldId="256"/>
            <ac:spMk id="104" creationId="{2C225F09-D89B-1DA5-ED3E-538AF849034C}"/>
          </ac:spMkLst>
        </pc:spChg>
        <pc:spChg chg="add del">
          <ac:chgData name="Oppenheim, Tomas" userId="7bbdd6b4-1f3d-4fdd-ac21-d8c716941374" providerId="ADAL" clId="{868CCE3B-0BC1-45F9-B792-6C1CD11EB596}" dt="2025-11-19T18:42:26.632" v="238" actId="478"/>
          <ac:spMkLst>
            <pc:docMk/>
            <pc:sldMk cId="2719710504" sldId="256"/>
            <ac:spMk id="110" creationId="{91BC5EB4-217E-36AC-F324-C6ACE34C5242}"/>
          </ac:spMkLst>
        </pc:spChg>
        <pc:spChg chg="add del mod">
          <ac:chgData name="Oppenheim, Tomas" userId="7bbdd6b4-1f3d-4fdd-ac21-d8c716941374" providerId="ADAL" clId="{868CCE3B-0BC1-45F9-B792-6C1CD11EB596}" dt="2025-11-19T18:42:53.101" v="244" actId="478"/>
          <ac:spMkLst>
            <pc:docMk/>
            <pc:sldMk cId="2719710504" sldId="256"/>
            <ac:spMk id="111" creationId="{A6B1702B-ADEA-F984-FACC-2DBF75319886}"/>
          </ac:spMkLst>
        </pc:spChg>
        <pc:spChg chg="add mod">
          <ac:chgData name="Oppenheim, Tomas" userId="7bbdd6b4-1f3d-4fdd-ac21-d8c716941374" providerId="ADAL" clId="{868CCE3B-0BC1-45F9-B792-6C1CD11EB596}" dt="2025-11-19T18:43:17.035" v="249" actId="688"/>
          <ac:spMkLst>
            <pc:docMk/>
            <pc:sldMk cId="2719710504" sldId="256"/>
            <ac:spMk id="112" creationId="{605F44DD-C46E-200F-CC07-642C5775F187}"/>
          </ac:spMkLst>
        </pc:spChg>
        <pc:spChg chg="add del mod">
          <ac:chgData name="Oppenheim, Tomas" userId="7bbdd6b4-1f3d-4fdd-ac21-d8c716941374" providerId="ADAL" clId="{868CCE3B-0BC1-45F9-B792-6C1CD11EB596}" dt="2025-11-19T19:25:49.569" v="362" actId="478"/>
          <ac:spMkLst>
            <pc:docMk/>
            <pc:sldMk cId="2719710504" sldId="256"/>
            <ac:spMk id="113" creationId="{9DC5D3F1-6849-695C-3B18-3CA07EC637B7}"/>
          </ac:spMkLst>
        </pc:spChg>
        <pc:spChg chg="add mod">
          <ac:chgData name="Oppenheim, Tomas" userId="7bbdd6b4-1f3d-4fdd-ac21-d8c716941374" providerId="ADAL" clId="{868CCE3B-0BC1-45F9-B792-6C1CD11EB596}" dt="2025-11-19T19:26:52.272" v="429" actId="20577"/>
          <ac:spMkLst>
            <pc:docMk/>
            <pc:sldMk cId="2719710504" sldId="256"/>
            <ac:spMk id="116" creationId="{D17F64F3-5125-715C-BBDB-7C1B11BB3E21}"/>
          </ac:spMkLst>
        </pc:spChg>
        <pc:spChg chg="add mod">
          <ac:chgData name="Oppenheim, Tomas" userId="7bbdd6b4-1f3d-4fdd-ac21-d8c716941374" providerId="ADAL" clId="{868CCE3B-0BC1-45F9-B792-6C1CD11EB596}" dt="2025-11-19T20:06:54.130" v="570" actId="20577"/>
          <ac:spMkLst>
            <pc:docMk/>
            <pc:sldMk cId="2719710504" sldId="256"/>
            <ac:spMk id="117" creationId="{3B0D819E-B940-9F2C-AC7C-6D0870D4E625}"/>
          </ac:spMkLst>
        </pc:spChg>
        <pc:spChg chg="add mod">
          <ac:chgData name="Oppenheim, Tomas" userId="7bbdd6b4-1f3d-4fdd-ac21-d8c716941374" providerId="ADAL" clId="{868CCE3B-0BC1-45F9-B792-6C1CD11EB596}" dt="2025-11-19T19:29:44.485" v="532" actId="1076"/>
          <ac:spMkLst>
            <pc:docMk/>
            <pc:sldMk cId="2719710504" sldId="256"/>
            <ac:spMk id="119" creationId="{1001AE49-5C78-C03E-FC17-9CF5C13229A7}"/>
          </ac:spMkLst>
        </pc:spChg>
        <pc:spChg chg="add mod">
          <ac:chgData name="Oppenheim, Tomas" userId="7bbdd6b4-1f3d-4fdd-ac21-d8c716941374" providerId="ADAL" clId="{868CCE3B-0BC1-45F9-B792-6C1CD11EB596}" dt="2025-11-19T19:28:42.345" v="527" actId="20577"/>
          <ac:spMkLst>
            <pc:docMk/>
            <pc:sldMk cId="2719710504" sldId="256"/>
            <ac:spMk id="120" creationId="{3C4F42DC-200C-A14D-0C4D-9AEC3898DE49}"/>
          </ac:spMkLst>
        </pc:spChg>
        <pc:spChg chg="add mod">
          <ac:chgData name="Oppenheim, Tomas" userId="7bbdd6b4-1f3d-4fdd-ac21-d8c716941374" providerId="ADAL" clId="{868CCE3B-0BC1-45F9-B792-6C1CD11EB596}" dt="2025-11-19T19:29:48.356" v="533" actId="14100"/>
          <ac:spMkLst>
            <pc:docMk/>
            <pc:sldMk cId="2719710504" sldId="256"/>
            <ac:spMk id="122" creationId="{ED5D7931-FC25-8590-FB4B-FF0ABA1A7673}"/>
          </ac:spMkLst>
        </pc:spChg>
        <pc:cxnChg chg="mod">
          <ac:chgData name="Oppenheim, Tomas" userId="7bbdd6b4-1f3d-4fdd-ac21-d8c716941374" providerId="ADAL" clId="{868CCE3B-0BC1-45F9-B792-6C1CD11EB596}" dt="2025-11-19T18:19:59.074" v="41" actId="14100"/>
          <ac:cxnSpMkLst>
            <pc:docMk/>
            <pc:sldMk cId="2719710504" sldId="256"/>
            <ac:cxnSpMk id="13" creationId="{5B47B740-CB0E-93A0-FBB1-002508371160}"/>
          </ac:cxnSpMkLst>
        </pc:cxnChg>
        <pc:cxnChg chg="del">
          <ac:chgData name="Oppenheim, Tomas" userId="7bbdd6b4-1f3d-4fdd-ac21-d8c716941374" providerId="ADAL" clId="{868CCE3B-0BC1-45F9-B792-6C1CD11EB596}" dt="2025-11-19T18:19:49.396" v="38" actId="478"/>
          <ac:cxnSpMkLst>
            <pc:docMk/>
            <pc:sldMk cId="2719710504" sldId="256"/>
            <ac:cxnSpMk id="15" creationId="{480840FA-E121-9510-0165-C0373452B793}"/>
          </ac:cxnSpMkLst>
        </pc:cxnChg>
        <pc:cxnChg chg="add del">
          <ac:chgData name="Oppenheim, Tomas" userId="7bbdd6b4-1f3d-4fdd-ac21-d8c716941374" providerId="ADAL" clId="{868CCE3B-0BC1-45F9-B792-6C1CD11EB596}" dt="2025-11-19T18:19:53.248" v="40" actId="478"/>
          <ac:cxnSpMkLst>
            <pc:docMk/>
            <pc:sldMk cId="2719710504" sldId="256"/>
            <ac:cxnSpMk id="17" creationId="{9D9493EB-E585-B1B0-F7EC-4084D697D528}"/>
          </ac:cxnSpMkLst>
        </pc:cxnChg>
        <pc:cxnChg chg="mod">
          <ac:chgData name="Oppenheim, Tomas" userId="7bbdd6b4-1f3d-4fdd-ac21-d8c716941374" providerId="ADAL" clId="{868CCE3B-0BC1-45F9-B792-6C1CD11EB596}" dt="2025-11-19T18:20:12.859" v="44" actId="14100"/>
          <ac:cxnSpMkLst>
            <pc:docMk/>
            <pc:sldMk cId="2719710504" sldId="256"/>
            <ac:cxnSpMk id="39" creationId="{1EE8B005-5EC4-30AF-99FE-BC57F9A96B8A}"/>
          </ac:cxnSpMkLst>
        </pc:cxnChg>
        <pc:cxnChg chg="mod">
          <ac:chgData name="Oppenheim, Tomas" userId="7bbdd6b4-1f3d-4fdd-ac21-d8c716941374" providerId="ADAL" clId="{868CCE3B-0BC1-45F9-B792-6C1CD11EB596}" dt="2025-11-19T18:20:17.418" v="45" actId="13822"/>
          <ac:cxnSpMkLst>
            <pc:docMk/>
            <pc:sldMk cId="2719710504" sldId="256"/>
            <ac:cxnSpMk id="44" creationId="{D8372720-9D79-594A-10F7-76C299116792}"/>
          </ac:cxnSpMkLst>
        </pc:cxnChg>
        <pc:cxnChg chg="mod">
          <ac:chgData name="Oppenheim, Tomas" userId="7bbdd6b4-1f3d-4fdd-ac21-d8c716941374" providerId="ADAL" clId="{868CCE3B-0BC1-45F9-B792-6C1CD11EB596}" dt="2025-11-19T18:32:59.894" v="93" actId="14100"/>
          <ac:cxnSpMkLst>
            <pc:docMk/>
            <pc:sldMk cId="2719710504" sldId="256"/>
            <ac:cxnSpMk id="55" creationId="{83C0672C-12FE-9617-1EEB-11A8FFC13B02}"/>
          </ac:cxnSpMkLst>
        </pc:cxnChg>
        <pc:cxnChg chg="mod">
          <ac:chgData name="Oppenheim, Tomas" userId="7bbdd6b4-1f3d-4fdd-ac21-d8c716941374" providerId="ADAL" clId="{868CCE3B-0BC1-45F9-B792-6C1CD11EB596}" dt="2025-11-19T18:15:27.768" v="20" actId="14100"/>
          <ac:cxnSpMkLst>
            <pc:docMk/>
            <pc:sldMk cId="2719710504" sldId="256"/>
            <ac:cxnSpMk id="56" creationId="{F19ADD68-64DE-57F8-A67F-686FEA692DA8}"/>
          </ac:cxnSpMkLst>
        </pc:cxnChg>
        <pc:cxnChg chg="del">
          <ac:chgData name="Oppenheim, Tomas" userId="7bbdd6b4-1f3d-4fdd-ac21-d8c716941374" providerId="ADAL" clId="{868CCE3B-0BC1-45F9-B792-6C1CD11EB596}" dt="2025-11-19T18:15:29.291" v="21" actId="478"/>
          <ac:cxnSpMkLst>
            <pc:docMk/>
            <pc:sldMk cId="2719710504" sldId="256"/>
            <ac:cxnSpMk id="57" creationId="{7DF27407-4264-2C2E-312C-B70142C41DE5}"/>
          </ac:cxnSpMkLst>
        </pc:cxnChg>
        <pc:cxnChg chg="mod">
          <ac:chgData name="Oppenheim, Tomas" userId="7bbdd6b4-1f3d-4fdd-ac21-d8c716941374" providerId="ADAL" clId="{868CCE3B-0BC1-45F9-B792-6C1CD11EB596}" dt="2025-11-19T18:41:32.677" v="230" actId="14100"/>
          <ac:cxnSpMkLst>
            <pc:docMk/>
            <pc:sldMk cId="2719710504" sldId="256"/>
            <ac:cxnSpMk id="59" creationId="{4FF3C54D-D1C8-7FAE-5127-75F277F00072}"/>
          </ac:cxnSpMkLst>
        </pc:cxnChg>
        <pc:cxnChg chg="mod">
          <ac:chgData name="Oppenheim, Tomas" userId="7bbdd6b4-1f3d-4fdd-ac21-d8c716941374" providerId="ADAL" clId="{868CCE3B-0BC1-45F9-B792-6C1CD11EB596}" dt="2025-11-19T18:32:46.632" v="89" actId="14100"/>
          <ac:cxnSpMkLst>
            <pc:docMk/>
            <pc:sldMk cId="2719710504" sldId="256"/>
            <ac:cxnSpMk id="63" creationId="{54D74E62-3724-6422-7B42-5C1961107C96}"/>
          </ac:cxnSpMkLst>
        </pc:cxnChg>
        <pc:cxnChg chg="add del mod">
          <ac:chgData name="Oppenheim, Tomas" userId="7bbdd6b4-1f3d-4fdd-ac21-d8c716941374" providerId="ADAL" clId="{868CCE3B-0BC1-45F9-B792-6C1CD11EB596}" dt="2025-11-19T18:32:51.440" v="91" actId="478"/>
          <ac:cxnSpMkLst>
            <pc:docMk/>
            <pc:sldMk cId="2719710504" sldId="256"/>
            <ac:cxnSpMk id="74" creationId="{56A55045-B7EB-C12E-9FE7-044FC28AC8DA}"/>
          </ac:cxnSpMkLst>
        </pc:cxnChg>
        <pc:cxnChg chg="add del mod">
          <ac:chgData name="Oppenheim, Tomas" userId="7bbdd6b4-1f3d-4fdd-ac21-d8c716941374" providerId="ADAL" clId="{868CCE3B-0BC1-45F9-B792-6C1CD11EB596}" dt="2025-11-19T18:32:53.586" v="92" actId="478"/>
          <ac:cxnSpMkLst>
            <pc:docMk/>
            <pc:sldMk cId="2719710504" sldId="256"/>
            <ac:cxnSpMk id="76" creationId="{DA422E7D-9C3D-8777-CD47-A26FFA1D7CDD}"/>
          </ac:cxnSpMkLst>
        </pc:cxnChg>
        <pc:cxnChg chg="add del mod">
          <ac:chgData name="Oppenheim, Tomas" userId="7bbdd6b4-1f3d-4fdd-ac21-d8c716941374" providerId="ADAL" clId="{868CCE3B-0BC1-45F9-B792-6C1CD11EB596}" dt="2025-11-19T18:32:49.603" v="90" actId="478"/>
          <ac:cxnSpMkLst>
            <pc:docMk/>
            <pc:sldMk cId="2719710504" sldId="256"/>
            <ac:cxnSpMk id="78" creationId="{B8E608E0-1E88-C1C0-5AF1-BB29E90A1992}"/>
          </ac:cxnSpMkLst>
        </pc:cxnChg>
        <pc:cxnChg chg="add del mod">
          <ac:chgData name="Oppenheim, Tomas" userId="7bbdd6b4-1f3d-4fdd-ac21-d8c716941374" providerId="ADAL" clId="{868CCE3B-0BC1-45F9-B792-6C1CD11EB596}" dt="2025-11-19T18:23:43.819" v="80" actId="478"/>
          <ac:cxnSpMkLst>
            <pc:docMk/>
            <pc:sldMk cId="2719710504" sldId="256"/>
            <ac:cxnSpMk id="93" creationId="{AA82AF7A-4896-535A-5D99-794841C67944}"/>
          </ac:cxnSpMkLst>
        </pc:cxnChg>
        <pc:cxnChg chg="add mod">
          <ac:chgData name="Oppenheim, Tomas" userId="7bbdd6b4-1f3d-4fdd-ac21-d8c716941374" providerId="ADAL" clId="{868CCE3B-0BC1-45F9-B792-6C1CD11EB596}" dt="2025-11-19T18:41:45.299" v="232" actId="1076"/>
          <ac:cxnSpMkLst>
            <pc:docMk/>
            <pc:sldMk cId="2719710504" sldId="256"/>
            <ac:cxnSpMk id="96" creationId="{99C668DD-2916-F957-1734-3A6BBC5F72E1}"/>
          </ac:cxnSpMkLst>
        </pc:cxnChg>
        <pc:cxnChg chg="add mod">
          <ac:chgData name="Oppenheim, Tomas" userId="7bbdd6b4-1f3d-4fdd-ac21-d8c716941374" providerId="ADAL" clId="{868CCE3B-0BC1-45F9-B792-6C1CD11EB596}" dt="2025-11-19T18:33:28.546" v="99" actId="1076"/>
          <ac:cxnSpMkLst>
            <pc:docMk/>
            <pc:sldMk cId="2719710504" sldId="256"/>
            <ac:cxnSpMk id="98" creationId="{3C58EB20-B927-9568-5165-1ABB4ADA3730}"/>
          </ac:cxnSpMkLst>
        </pc:cxnChg>
        <pc:cxnChg chg="add mod">
          <ac:chgData name="Oppenheim, Tomas" userId="7bbdd6b4-1f3d-4fdd-ac21-d8c716941374" providerId="ADAL" clId="{868CCE3B-0BC1-45F9-B792-6C1CD11EB596}" dt="2025-11-19T18:37:41.863" v="166" actId="17032"/>
          <ac:cxnSpMkLst>
            <pc:docMk/>
            <pc:sldMk cId="2719710504" sldId="256"/>
            <ac:cxnSpMk id="101" creationId="{B09F2A9E-AC0A-06BD-F488-218234AF39D1}"/>
          </ac:cxnSpMkLst>
        </pc:cxnChg>
        <pc:cxnChg chg="add mod">
          <ac:chgData name="Oppenheim, Tomas" userId="7bbdd6b4-1f3d-4fdd-ac21-d8c716941374" providerId="ADAL" clId="{868CCE3B-0BC1-45F9-B792-6C1CD11EB596}" dt="2025-11-19T18:42:02.622" v="236" actId="14100"/>
          <ac:cxnSpMkLst>
            <pc:docMk/>
            <pc:sldMk cId="2719710504" sldId="256"/>
            <ac:cxnSpMk id="107" creationId="{738AE69B-9427-29BF-B4A2-44AF0C7292C0}"/>
          </ac:cxnSpMkLst>
        </pc:cxnChg>
        <pc:cxnChg chg="add mod">
          <ac:chgData name="Oppenheim, Tomas" userId="7bbdd6b4-1f3d-4fdd-ac21-d8c716941374" providerId="ADAL" clId="{868CCE3B-0BC1-45F9-B792-6C1CD11EB596}" dt="2025-11-19T18:51:47.308" v="319" actId="693"/>
          <ac:cxnSpMkLst>
            <pc:docMk/>
            <pc:sldMk cId="2719710504" sldId="256"/>
            <ac:cxnSpMk id="114" creationId="{B3A5D17D-B7A3-01AB-EE03-D86C1C3B00A5}"/>
          </ac:cxnSpMkLst>
        </pc:cxnChg>
      </pc:sldChg>
      <pc:sldChg chg="addSp delSp modSp new mod">
        <pc:chgData name="Oppenheim, Tomas" userId="7bbdd6b4-1f3d-4fdd-ac21-d8c716941374" providerId="ADAL" clId="{868CCE3B-0BC1-45F9-B792-6C1CD11EB596}" dt="2025-11-20T17:20:49.839" v="620" actId="20577"/>
        <pc:sldMkLst>
          <pc:docMk/>
          <pc:sldMk cId="1158060251" sldId="257"/>
        </pc:sldMkLst>
        <pc:spChg chg="del">
          <ac:chgData name="Oppenheim, Tomas" userId="7bbdd6b4-1f3d-4fdd-ac21-d8c716941374" providerId="ADAL" clId="{868CCE3B-0BC1-45F9-B792-6C1CD11EB596}" dt="2025-11-19T22:50:12.457" v="572" actId="478"/>
          <ac:spMkLst>
            <pc:docMk/>
            <pc:sldMk cId="1158060251" sldId="257"/>
            <ac:spMk id="2" creationId="{B21F9541-F1AB-60E3-DF0C-58E0B9607956}"/>
          </ac:spMkLst>
        </pc:spChg>
        <pc:spChg chg="del">
          <ac:chgData name="Oppenheim, Tomas" userId="7bbdd6b4-1f3d-4fdd-ac21-d8c716941374" providerId="ADAL" clId="{868CCE3B-0BC1-45F9-B792-6C1CD11EB596}" dt="2025-11-19T22:50:14.674" v="573" actId="478"/>
          <ac:spMkLst>
            <pc:docMk/>
            <pc:sldMk cId="1158060251" sldId="257"/>
            <ac:spMk id="3" creationId="{32601E7B-DD0A-093A-59B1-17D7AA489AB1}"/>
          </ac:spMkLst>
        </pc:spChg>
        <pc:spChg chg="add del mod">
          <ac:chgData name="Oppenheim, Tomas" userId="7bbdd6b4-1f3d-4fdd-ac21-d8c716941374" providerId="ADAL" clId="{868CCE3B-0BC1-45F9-B792-6C1CD11EB596}" dt="2025-11-19T22:52:40.367" v="583" actId="478"/>
          <ac:spMkLst>
            <pc:docMk/>
            <pc:sldMk cId="1158060251" sldId="257"/>
            <ac:spMk id="4" creationId="{F5C21484-C2C5-D916-81F9-77BA541A7261}"/>
          </ac:spMkLst>
        </pc:spChg>
        <pc:spChg chg="add del mod">
          <ac:chgData name="Oppenheim, Tomas" userId="7bbdd6b4-1f3d-4fdd-ac21-d8c716941374" providerId="ADAL" clId="{868CCE3B-0BC1-45F9-B792-6C1CD11EB596}" dt="2025-11-19T22:52:38.597" v="582" actId="478"/>
          <ac:spMkLst>
            <pc:docMk/>
            <pc:sldMk cId="1158060251" sldId="257"/>
            <ac:spMk id="6" creationId="{BEFC9DEA-6997-04E1-9FD9-79C05CDAE54D}"/>
          </ac:spMkLst>
        </pc:spChg>
        <pc:spChg chg="add del mod">
          <ac:chgData name="Oppenheim, Tomas" userId="7bbdd6b4-1f3d-4fdd-ac21-d8c716941374" providerId="ADAL" clId="{868CCE3B-0BC1-45F9-B792-6C1CD11EB596}" dt="2025-11-19T22:52:36.229" v="581" actId="478"/>
          <ac:spMkLst>
            <pc:docMk/>
            <pc:sldMk cId="1158060251" sldId="257"/>
            <ac:spMk id="8" creationId="{9D587649-B251-5CD4-B560-3F054AED966F}"/>
          </ac:spMkLst>
        </pc:spChg>
        <pc:spChg chg="add mod">
          <ac:chgData name="Oppenheim, Tomas" userId="7bbdd6b4-1f3d-4fdd-ac21-d8c716941374" providerId="ADAL" clId="{868CCE3B-0BC1-45F9-B792-6C1CD11EB596}" dt="2025-11-20T17:20:49.839" v="620" actId="20577"/>
          <ac:spMkLst>
            <pc:docMk/>
            <pc:sldMk cId="1158060251" sldId="257"/>
            <ac:spMk id="10" creationId="{400AF6DF-D199-2CD8-631C-76B1CF76F272}"/>
          </ac:spMkLst>
        </pc:spChg>
      </pc:sldChg>
      <pc:sldChg chg="addSp delSp modSp new mod">
        <pc:chgData name="Oppenheim, Tomas" userId="7bbdd6b4-1f3d-4fdd-ac21-d8c716941374" providerId="ADAL" clId="{868CCE3B-0BC1-45F9-B792-6C1CD11EB596}" dt="2025-11-20T17:19:57.777" v="611" actId="113"/>
        <pc:sldMkLst>
          <pc:docMk/>
          <pc:sldMk cId="2448086623" sldId="258"/>
        </pc:sldMkLst>
        <pc:spChg chg="del">
          <ac:chgData name="Oppenheim, Tomas" userId="7bbdd6b4-1f3d-4fdd-ac21-d8c716941374" providerId="ADAL" clId="{868CCE3B-0BC1-45F9-B792-6C1CD11EB596}" dt="2025-11-19T22:59:56.329" v="587" actId="478"/>
          <ac:spMkLst>
            <pc:docMk/>
            <pc:sldMk cId="2448086623" sldId="258"/>
            <ac:spMk id="2" creationId="{E80AADEC-E198-0BFF-76EF-A95911A0EB22}"/>
          </ac:spMkLst>
        </pc:spChg>
        <pc:spChg chg="del">
          <ac:chgData name="Oppenheim, Tomas" userId="7bbdd6b4-1f3d-4fdd-ac21-d8c716941374" providerId="ADAL" clId="{868CCE3B-0BC1-45F9-B792-6C1CD11EB596}" dt="2025-11-19T22:59:58.591" v="588" actId="478"/>
          <ac:spMkLst>
            <pc:docMk/>
            <pc:sldMk cId="2448086623" sldId="258"/>
            <ac:spMk id="3" creationId="{4C69D24A-35AC-1F51-2CBE-3C94ED514996}"/>
          </ac:spMkLst>
        </pc:spChg>
        <pc:spChg chg="add mod">
          <ac:chgData name="Oppenheim, Tomas" userId="7bbdd6b4-1f3d-4fdd-ac21-d8c716941374" providerId="ADAL" clId="{868CCE3B-0BC1-45F9-B792-6C1CD11EB596}" dt="2025-11-20T17:19:48.871" v="609" actId="113"/>
          <ac:spMkLst>
            <pc:docMk/>
            <pc:sldMk cId="2448086623" sldId="258"/>
            <ac:spMk id="5" creationId="{71DFE91A-9106-D750-8222-0186EDCFE95C}"/>
          </ac:spMkLst>
        </pc:spChg>
        <pc:spChg chg="add mod">
          <ac:chgData name="Oppenheim, Tomas" userId="7bbdd6b4-1f3d-4fdd-ac21-d8c716941374" providerId="ADAL" clId="{868CCE3B-0BC1-45F9-B792-6C1CD11EB596}" dt="2025-11-20T17:19:57.777" v="611" actId="113"/>
          <ac:spMkLst>
            <pc:docMk/>
            <pc:sldMk cId="2448086623" sldId="258"/>
            <ac:spMk id="7" creationId="{59124D14-58DC-AE20-EB82-4D2A52C41AA9}"/>
          </ac:spMkLst>
        </pc:spChg>
      </pc:sldChg>
      <pc:sldChg chg="addSp delSp modSp new mod">
        <pc:chgData name="Oppenheim, Tomas" userId="7bbdd6b4-1f3d-4fdd-ac21-d8c716941374" providerId="ADAL" clId="{868CCE3B-0BC1-45F9-B792-6C1CD11EB596}" dt="2025-11-20T18:02:54.716" v="1561" actId="2085"/>
        <pc:sldMkLst>
          <pc:docMk/>
          <pc:sldMk cId="1462817795" sldId="259"/>
        </pc:sldMkLst>
        <pc:spChg chg="del">
          <ac:chgData name="Oppenheim, Tomas" userId="7bbdd6b4-1f3d-4fdd-ac21-d8c716941374" providerId="ADAL" clId="{868CCE3B-0BC1-45F9-B792-6C1CD11EB596}" dt="2025-11-19T23:02:25.510" v="595" actId="478"/>
          <ac:spMkLst>
            <pc:docMk/>
            <pc:sldMk cId="1462817795" sldId="259"/>
            <ac:spMk id="2" creationId="{74DA2869-2D62-843D-5015-27D59B48D7C3}"/>
          </ac:spMkLst>
        </pc:spChg>
        <pc:spChg chg="del">
          <ac:chgData name="Oppenheim, Tomas" userId="7bbdd6b4-1f3d-4fdd-ac21-d8c716941374" providerId="ADAL" clId="{868CCE3B-0BC1-45F9-B792-6C1CD11EB596}" dt="2025-11-19T23:02:27.620" v="596" actId="478"/>
          <ac:spMkLst>
            <pc:docMk/>
            <pc:sldMk cId="1462817795" sldId="259"/>
            <ac:spMk id="3" creationId="{56EEAB91-D1F7-5FF6-53CC-AB6506306748}"/>
          </ac:spMkLst>
        </pc:spChg>
        <pc:spChg chg="add mod">
          <ac:chgData name="Oppenheim, Tomas" userId="7bbdd6b4-1f3d-4fdd-ac21-d8c716941374" providerId="ADAL" clId="{868CCE3B-0BC1-45F9-B792-6C1CD11EB596}" dt="2025-11-20T18:02:54.716" v="1561" actId="2085"/>
          <ac:spMkLst>
            <pc:docMk/>
            <pc:sldMk cId="1462817795" sldId="259"/>
            <ac:spMk id="5" creationId="{3F604E0F-4A6E-B778-7CBC-5A2648EFA3B4}"/>
          </ac:spMkLst>
        </pc:spChg>
      </pc:sldChg>
      <pc:sldChg chg="addSp delSp modSp new mod">
        <pc:chgData name="Oppenheim, Tomas" userId="7bbdd6b4-1f3d-4fdd-ac21-d8c716941374" providerId="ADAL" clId="{868CCE3B-0BC1-45F9-B792-6C1CD11EB596}" dt="2025-11-20T18:04:06.284" v="1566" actId="20577"/>
        <pc:sldMkLst>
          <pc:docMk/>
          <pc:sldMk cId="3174109596" sldId="260"/>
        </pc:sldMkLst>
        <pc:spChg chg="del">
          <ac:chgData name="Oppenheim, Tomas" userId="7bbdd6b4-1f3d-4fdd-ac21-d8c716941374" providerId="ADAL" clId="{868CCE3B-0BC1-45F9-B792-6C1CD11EB596}" dt="2025-11-19T23:04:27.344" v="600" actId="478"/>
          <ac:spMkLst>
            <pc:docMk/>
            <pc:sldMk cId="3174109596" sldId="260"/>
            <ac:spMk id="2" creationId="{8A2DA1CF-0AB7-108D-A73B-2CF112B880C8}"/>
          </ac:spMkLst>
        </pc:spChg>
        <pc:spChg chg="del">
          <ac:chgData name="Oppenheim, Tomas" userId="7bbdd6b4-1f3d-4fdd-ac21-d8c716941374" providerId="ADAL" clId="{868CCE3B-0BC1-45F9-B792-6C1CD11EB596}" dt="2025-11-19T23:04:29.379" v="601" actId="478"/>
          <ac:spMkLst>
            <pc:docMk/>
            <pc:sldMk cId="3174109596" sldId="260"/>
            <ac:spMk id="3" creationId="{B8003A3D-613C-6F4D-C76C-E3993B036EB4}"/>
          </ac:spMkLst>
        </pc:spChg>
        <pc:spChg chg="add mod">
          <ac:chgData name="Oppenheim, Tomas" userId="7bbdd6b4-1f3d-4fdd-ac21-d8c716941374" providerId="ADAL" clId="{868CCE3B-0BC1-45F9-B792-6C1CD11EB596}" dt="2025-11-20T18:04:06.284" v="1566" actId="20577"/>
          <ac:spMkLst>
            <pc:docMk/>
            <pc:sldMk cId="3174109596" sldId="260"/>
            <ac:spMk id="5" creationId="{B2EE0893-31B1-9A30-5337-EFB5121E89A0}"/>
          </ac:spMkLst>
        </pc:spChg>
      </pc:sldChg>
      <pc:sldChg chg="addSp delSp modSp new mod ord">
        <pc:chgData name="Oppenheim, Tomas" userId="7bbdd6b4-1f3d-4fdd-ac21-d8c716941374" providerId="ADAL" clId="{868CCE3B-0BC1-45F9-B792-6C1CD11EB596}" dt="2025-11-20T18:11:08.299" v="1661" actId="1076"/>
        <pc:sldMkLst>
          <pc:docMk/>
          <pc:sldMk cId="2216285688" sldId="261"/>
        </pc:sldMkLst>
        <pc:spChg chg="del">
          <ac:chgData name="Oppenheim, Tomas" userId="7bbdd6b4-1f3d-4fdd-ac21-d8c716941374" providerId="ADAL" clId="{868CCE3B-0BC1-45F9-B792-6C1CD11EB596}" dt="2025-11-20T17:24:04.949" v="624" actId="478"/>
          <ac:spMkLst>
            <pc:docMk/>
            <pc:sldMk cId="2216285688" sldId="261"/>
            <ac:spMk id="2" creationId="{3231867F-62EA-1B6A-0EF0-576AFB5E5778}"/>
          </ac:spMkLst>
        </pc:spChg>
        <pc:spChg chg="del">
          <ac:chgData name="Oppenheim, Tomas" userId="7bbdd6b4-1f3d-4fdd-ac21-d8c716941374" providerId="ADAL" clId="{868CCE3B-0BC1-45F9-B792-6C1CD11EB596}" dt="2025-11-20T17:24:06.457" v="625" actId="478"/>
          <ac:spMkLst>
            <pc:docMk/>
            <pc:sldMk cId="2216285688" sldId="261"/>
            <ac:spMk id="3" creationId="{4E742C9A-F35F-85C7-03A5-AF1B39289FCA}"/>
          </ac:spMkLst>
        </pc:spChg>
        <pc:spChg chg="add mod">
          <ac:chgData name="Oppenheim, Tomas" userId="7bbdd6b4-1f3d-4fdd-ac21-d8c716941374" providerId="ADAL" clId="{868CCE3B-0BC1-45F9-B792-6C1CD11EB596}" dt="2025-11-20T18:11:08.299" v="1661" actId="1076"/>
          <ac:spMkLst>
            <pc:docMk/>
            <pc:sldMk cId="2216285688" sldId="261"/>
            <ac:spMk id="6" creationId="{45004FC4-4172-6212-A116-B58EF18A7FF0}"/>
          </ac:spMkLst>
        </pc:spChg>
        <pc:picChg chg="add mod">
          <ac:chgData name="Oppenheim, Tomas" userId="7bbdd6b4-1f3d-4fdd-ac21-d8c716941374" providerId="ADAL" clId="{868CCE3B-0BC1-45F9-B792-6C1CD11EB596}" dt="2025-11-20T17:26:15.295" v="705" actId="1076"/>
          <ac:picMkLst>
            <pc:docMk/>
            <pc:sldMk cId="2216285688" sldId="261"/>
            <ac:picMk id="5" creationId="{2452D961-FDD0-818A-DE87-1B127DD13654}"/>
          </ac:picMkLst>
        </pc:picChg>
      </pc:sldChg>
      <pc:sldChg chg="addSp delSp modSp new mod">
        <pc:chgData name="Oppenheim, Tomas" userId="7bbdd6b4-1f3d-4fdd-ac21-d8c716941374" providerId="ADAL" clId="{868CCE3B-0BC1-45F9-B792-6C1CD11EB596}" dt="2025-11-20T17:52:22.944" v="1488" actId="404"/>
        <pc:sldMkLst>
          <pc:docMk/>
          <pc:sldMk cId="1831295119" sldId="262"/>
        </pc:sldMkLst>
        <pc:spChg chg="del">
          <ac:chgData name="Oppenheim, Tomas" userId="7bbdd6b4-1f3d-4fdd-ac21-d8c716941374" providerId="ADAL" clId="{868CCE3B-0BC1-45F9-B792-6C1CD11EB596}" dt="2025-11-20T17:26:29.787" v="707" actId="478"/>
          <ac:spMkLst>
            <pc:docMk/>
            <pc:sldMk cId="1831295119" sldId="262"/>
            <ac:spMk id="2" creationId="{4E4E45FD-61AA-C7A4-713C-9E4336187B54}"/>
          </ac:spMkLst>
        </pc:spChg>
        <pc:spChg chg="del">
          <ac:chgData name="Oppenheim, Tomas" userId="7bbdd6b4-1f3d-4fdd-ac21-d8c716941374" providerId="ADAL" clId="{868CCE3B-0BC1-45F9-B792-6C1CD11EB596}" dt="2025-11-20T17:26:31.254" v="708" actId="478"/>
          <ac:spMkLst>
            <pc:docMk/>
            <pc:sldMk cId="1831295119" sldId="262"/>
            <ac:spMk id="3" creationId="{C14305FF-5EAB-7DDC-6D94-30FC17C65D48}"/>
          </ac:spMkLst>
        </pc:spChg>
        <pc:spChg chg="add del">
          <ac:chgData name="Oppenheim, Tomas" userId="7bbdd6b4-1f3d-4fdd-ac21-d8c716941374" providerId="ADAL" clId="{868CCE3B-0BC1-45F9-B792-6C1CD11EB596}" dt="2025-11-20T17:27:27.237" v="744" actId="22"/>
          <ac:spMkLst>
            <pc:docMk/>
            <pc:sldMk cId="1831295119" sldId="262"/>
            <ac:spMk id="7" creationId="{FB68AD46-9C78-E851-E71F-39EE8C27C7DA}"/>
          </ac:spMkLst>
        </pc:spChg>
        <pc:spChg chg="add mod">
          <ac:chgData name="Oppenheim, Tomas" userId="7bbdd6b4-1f3d-4fdd-ac21-d8c716941374" providerId="ADAL" clId="{868CCE3B-0BC1-45F9-B792-6C1CD11EB596}" dt="2025-11-20T17:52:22.944" v="1488" actId="404"/>
          <ac:spMkLst>
            <pc:docMk/>
            <pc:sldMk cId="1831295119" sldId="262"/>
            <ac:spMk id="8" creationId="{C16AA8E3-E219-434F-FBA3-1AAAA7A149EF}"/>
          </ac:spMkLst>
        </pc:spChg>
        <pc:picChg chg="add mod">
          <ac:chgData name="Oppenheim, Tomas" userId="7bbdd6b4-1f3d-4fdd-ac21-d8c716941374" providerId="ADAL" clId="{868CCE3B-0BC1-45F9-B792-6C1CD11EB596}" dt="2025-11-20T17:29:16.283" v="994" actId="1076"/>
          <ac:picMkLst>
            <pc:docMk/>
            <pc:sldMk cId="1831295119" sldId="262"/>
            <ac:picMk id="5" creationId="{75347E88-E3BD-1354-C27F-48472CCAFCE3}"/>
          </ac:picMkLst>
        </pc:picChg>
      </pc:sldChg>
      <pc:sldChg chg="addSp delSp modSp new mod">
        <pc:chgData name="Oppenheim, Tomas" userId="7bbdd6b4-1f3d-4fdd-ac21-d8c716941374" providerId="ADAL" clId="{868CCE3B-0BC1-45F9-B792-6C1CD11EB596}" dt="2025-11-20T17:30:34.438" v="1022" actId="1076"/>
        <pc:sldMkLst>
          <pc:docMk/>
          <pc:sldMk cId="2938939368" sldId="263"/>
        </pc:sldMkLst>
        <pc:spChg chg="del">
          <ac:chgData name="Oppenheim, Tomas" userId="7bbdd6b4-1f3d-4fdd-ac21-d8c716941374" providerId="ADAL" clId="{868CCE3B-0BC1-45F9-B792-6C1CD11EB596}" dt="2025-11-20T17:30:09.679" v="1019" actId="478"/>
          <ac:spMkLst>
            <pc:docMk/>
            <pc:sldMk cId="2938939368" sldId="263"/>
            <ac:spMk id="2" creationId="{150077D5-BEDD-53B5-AA4A-B0B11FC5F41E}"/>
          </ac:spMkLst>
        </pc:spChg>
        <pc:spChg chg="del">
          <ac:chgData name="Oppenheim, Tomas" userId="7bbdd6b4-1f3d-4fdd-ac21-d8c716941374" providerId="ADAL" clId="{868CCE3B-0BC1-45F9-B792-6C1CD11EB596}" dt="2025-11-20T17:30:11.068" v="1020" actId="478"/>
          <ac:spMkLst>
            <pc:docMk/>
            <pc:sldMk cId="2938939368" sldId="263"/>
            <ac:spMk id="3" creationId="{77B1B978-9258-4380-CD96-E19DDF011B70}"/>
          </ac:spMkLst>
        </pc:spChg>
        <pc:picChg chg="add mod">
          <ac:chgData name="Oppenheim, Tomas" userId="7bbdd6b4-1f3d-4fdd-ac21-d8c716941374" providerId="ADAL" clId="{868CCE3B-0BC1-45F9-B792-6C1CD11EB596}" dt="2025-11-20T17:30:34.438" v="1022" actId="1076"/>
          <ac:picMkLst>
            <pc:docMk/>
            <pc:sldMk cId="2938939368" sldId="263"/>
            <ac:picMk id="5" creationId="{8FDC668D-F0C5-D902-2E98-8886189D015C}"/>
          </ac:picMkLst>
        </pc:picChg>
      </pc:sldChg>
      <pc:sldChg chg="addSp delSp modSp new mod ord">
        <pc:chgData name="Oppenheim, Tomas" userId="7bbdd6b4-1f3d-4fdd-ac21-d8c716941374" providerId="ADAL" clId="{868CCE3B-0BC1-45F9-B792-6C1CD11EB596}" dt="2025-11-20T18:14:48.495" v="1698" actId="113"/>
        <pc:sldMkLst>
          <pc:docMk/>
          <pc:sldMk cId="4280797458" sldId="264"/>
        </pc:sldMkLst>
        <pc:spChg chg="del">
          <ac:chgData name="Oppenheim, Tomas" userId="7bbdd6b4-1f3d-4fdd-ac21-d8c716941374" providerId="ADAL" clId="{868CCE3B-0BC1-45F9-B792-6C1CD11EB596}" dt="2025-11-20T17:30:42.069" v="1024" actId="478"/>
          <ac:spMkLst>
            <pc:docMk/>
            <pc:sldMk cId="4280797458" sldId="264"/>
            <ac:spMk id="2" creationId="{C85BBFBE-A7D5-31AC-20E8-C8AD3FBF98E3}"/>
          </ac:spMkLst>
        </pc:spChg>
        <pc:spChg chg="del">
          <ac:chgData name="Oppenheim, Tomas" userId="7bbdd6b4-1f3d-4fdd-ac21-d8c716941374" providerId="ADAL" clId="{868CCE3B-0BC1-45F9-B792-6C1CD11EB596}" dt="2025-11-20T17:30:43.362" v="1025" actId="478"/>
          <ac:spMkLst>
            <pc:docMk/>
            <pc:sldMk cId="4280797458" sldId="264"/>
            <ac:spMk id="3" creationId="{E6DFD548-5040-1B60-F590-3CE2163BA756}"/>
          </ac:spMkLst>
        </pc:spChg>
        <pc:spChg chg="add mod">
          <ac:chgData name="Oppenheim, Tomas" userId="7bbdd6b4-1f3d-4fdd-ac21-d8c716941374" providerId="ADAL" clId="{868CCE3B-0BC1-45F9-B792-6C1CD11EB596}" dt="2025-11-20T17:36:52.217" v="1055" actId="20577"/>
          <ac:spMkLst>
            <pc:docMk/>
            <pc:sldMk cId="4280797458" sldId="264"/>
            <ac:spMk id="8" creationId="{7F7E704D-046F-4D05-7B4A-294CF02FE03C}"/>
          </ac:spMkLst>
        </pc:spChg>
        <pc:spChg chg="add mod">
          <ac:chgData name="Oppenheim, Tomas" userId="7bbdd6b4-1f3d-4fdd-ac21-d8c716941374" providerId="ADAL" clId="{868CCE3B-0BC1-45F9-B792-6C1CD11EB596}" dt="2025-11-20T17:36:58.087" v="1059" actId="20577"/>
          <ac:spMkLst>
            <pc:docMk/>
            <pc:sldMk cId="4280797458" sldId="264"/>
            <ac:spMk id="9" creationId="{81AC13D3-7D96-7883-6C13-A47AED88CE50}"/>
          </ac:spMkLst>
        </pc:spChg>
        <pc:spChg chg="add mod">
          <ac:chgData name="Oppenheim, Tomas" userId="7bbdd6b4-1f3d-4fdd-ac21-d8c716941374" providerId="ADAL" clId="{868CCE3B-0BC1-45F9-B792-6C1CD11EB596}" dt="2025-11-20T17:37:35.035" v="1100" actId="207"/>
          <ac:spMkLst>
            <pc:docMk/>
            <pc:sldMk cId="4280797458" sldId="264"/>
            <ac:spMk id="10" creationId="{AA9C52E5-F0A2-1E48-3B67-76E99A8BF305}"/>
          </ac:spMkLst>
        </pc:spChg>
        <pc:spChg chg="add mod">
          <ac:chgData name="Oppenheim, Tomas" userId="7bbdd6b4-1f3d-4fdd-ac21-d8c716941374" providerId="ADAL" clId="{868CCE3B-0BC1-45F9-B792-6C1CD11EB596}" dt="2025-11-20T17:37:51.864" v="1115" actId="207"/>
          <ac:spMkLst>
            <pc:docMk/>
            <pc:sldMk cId="4280797458" sldId="264"/>
            <ac:spMk id="11" creationId="{EA77EDE2-ED2D-68FF-964C-6B90C40E2413}"/>
          </ac:spMkLst>
        </pc:spChg>
        <pc:spChg chg="add mod">
          <ac:chgData name="Oppenheim, Tomas" userId="7bbdd6b4-1f3d-4fdd-ac21-d8c716941374" providerId="ADAL" clId="{868CCE3B-0BC1-45F9-B792-6C1CD11EB596}" dt="2025-11-20T18:14:48.495" v="1698" actId="113"/>
          <ac:spMkLst>
            <pc:docMk/>
            <pc:sldMk cId="4280797458" sldId="264"/>
            <ac:spMk id="12" creationId="{6131AB34-590C-C4A7-7E28-1F3DFC7258C6}"/>
          </ac:spMkLst>
        </pc:spChg>
        <pc:picChg chg="add mod">
          <ac:chgData name="Oppenheim, Tomas" userId="7bbdd6b4-1f3d-4fdd-ac21-d8c716941374" providerId="ADAL" clId="{868CCE3B-0BC1-45F9-B792-6C1CD11EB596}" dt="2025-11-20T17:34:33.579" v="1036" actId="1076"/>
          <ac:picMkLst>
            <pc:docMk/>
            <pc:sldMk cId="4280797458" sldId="264"/>
            <ac:picMk id="5" creationId="{DC1D5A18-3CAB-FBF9-5F47-050427114D01}"/>
          </ac:picMkLst>
        </pc:picChg>
        <pc:picChg chg="add mod">
          <ac:chgData name="Oppenheim, Tomas" userId="7bbdd6b4-1f3d-4fdd-ac21-d8c716941374" providerId="ADAL" clId="{868CCE3B-0BC1-45F9-B792-6C1CD11EB596}" dt="2025-11-20T17:34:30.289" v="1033" actId="1076"/>
          <ac:picMkLst>
            <pc:docMk/>
            <pc:sldMk cId="4280797458" sldId="264"/>
            <ac:picMk id="7" creationId="{FC92AF13-FB12-0408-B137-8E66E67E0B4C}"/>
          </ac:picMkLst>
        </pc:picChg>
      </pc:sldChg>
      <pc:sldChg chg="addSp delSp modSp new mod ord">
        <pc:chgData name="Oppenheim, Tomas" userId="7bbdd6b4-1f3d-4fdd-ac21-d8c716941374" providerId="ADAL" clId="{868CCE3B-0BC1-45F9-B792-6C1CD11EB596}" dt="2025-11-20T18:14:24.758" v="1663"/>
        <pc:sldMkLst>
          <pc:docMk/>
          <pc:sldMk cId="1376853172" sldId="265"/>
        </pc:sldMkLst>
        <pc:spChg chg="del">
          <ac:chgData name="Oppenheim, Tomas" userId="7bbdd6b4-1f3d-4fdd-ac21-d8c716941374" providerId="ADAL" clId="{868CCE3B-0BC1-45F9-B792-6C1CD11EB596}" dt="2025-11-20T17:34:39.366" v="1038" actId="478"/>
          <ac:spMkLst>
            <pc:docMk/>
            <pc:sldMk cId="1376853172" sldId="265"/>
            <ac:spMk id="2" creationId="{D3B9DCCF-145B-67BA-34CB-18F738242D0F}"/>
          </ac:spMkLst>
        </pc:spChg>
        <pc:spChg chg="del">
          <ac:chgData name="Oppenheim, Tomas" userId="7bbdd6b4-1f3d-4fdd-ac21-d8c716941374" providerId="ADAL" clId="{868CCE3B-0BC1-45F9-B792-6C1CD11EB596}" dt="2025-11-20T17:34:41.286" v="1039" actId="478"/>
          <ac:spMkLst>
            <pc:docMk/>
            <pc:sldMk cId="1376853172" sldId="265"/>
            <ac:spMk id="3" creationId="{DC67B951-CCC6-4CB1-BFA8-05E87C69D6E1}"/>
          </ac:spMkLst>
        </pc:spChg>
        <pc:spChg chg="add del mod">
          <ac:chgData name="Oppenheim, Tomas" userId="7bbdd6b4-1f3d-4fdd-ac21-d8c716941374" providerId="ADAL" clId="{868CCE3B-0BC1-45F9-B792-6C1CD11EB596}" dt="2025-11-20T17:37:15.942" v="1072" actId="21"/>
          <ac:spMkLst>
            <pc:docMk/>
            <pc:sldMk cId="1376853172" sldId="265"/>
            <ac:spMk id="8" creationId="{AA9C52E5-F0A2-1E48-3B67-76E99A8BF305}"/>
          </ac:spMkLst>
        </pc:spChg>
        <pc:spChg chg="add mod">
          <ac:chgData name="Oppenheim, Tomas" userId="7bbdd6b4-1f3d-4fdd-ac21-d8c716941374" providerId="ADAL" clId="{868CCE3B-0BC1-45F9-B792-6C1CD11EB596}" dt="2025-11-20T17:40:08.864" v="1256" actId="113"/>
          <ac:spMkLst>
            <pc:docMk/>
            <pc:sldMk cId="1376853172" sldId="265"/>
            <ac:spMk id="9" creationId="{1FF5C6F5-F4B7-AFB5-4582-7BB8B993AB80}"/>
          </ac:spMkLst>
        </pc:spChg>
        <pc:spChg chg="add mod">
          <ac:chgData name="Oppenheim, Tomas" userId="7bbdd6b4-1f3d-4fdd-ac21-d8c716941374" providerId="ADAL" clId="{868CCE3B-0BC1-45F9-B792-6C1CD11EB596}" dt="2025-11-20T17:40:29.385" v="1314" actId="20577"/>
          <ac:spMkLst>
            <pc:docMk/>
            <pc:sldMk cId="1376853172" sldId="265"/>
            <ac:spMk id="10" creationId="{21B14759-6D93-C552-2A4D-6F9EF8B9AAE1}"/>
          </ac:spMkLst>
        </pc:spChg>
        <pc:picChg chg="add mod">
          <ac:chgData name="Oppenheim, Tomas" userId="7bbdd6b4-1f3d-4fdd-ac21-d8c716941374" providerId="ADAL" clId="{868CCE3B-0BC1-45F9-B792-6C1CD11EB596}" dt="2025-11-20T17:35:43.334" v="1043" actId="14100"/>
          <ac:picMkLst>
            <pc:docMk/>
            <pc:sldMk cId="1376853172" sldId="265"/>
            <ac:picMk id="5" creationId="{EE77BF74-0103-4534-F074-8709DA81B461}"/>
          </ac:picMkLst>
        </pc:picChg>
        <pc:picChg chg="add mod">
          <ac:chgData name="Oppenheim, Tomas" userId="7bbdd6b4-1f3d-4fdd-ac21-d8c716941374" providerId="ADAL" clId="{868CCE3B-0BC1-45F9-B792-6C1CD11EB596}" dt="2025-11-20T17:36:23.640" v="1049" actId="14100"/>
          <ac:picMkLst>
            <pc:docMk/>
            <pc:sldMk cId="1376853172" sldId="265"/>
            <ac:picMk id="7" creationId="{39F536D2-96D6-B33A-F9C3-32D205276C28}"/>
          </ac:picMkLst>
        </pc:picChg>
      </pc:sldChg>
      <pc:sldChg chg="addSp delSp modSp new mod">
        <pc:chgData name="Oppenheim, Tomas" userId="7bbdd6b4-1f3d-4fdd-ac21-d8c716941374" providerId="ADAL" clId="{868CCE3B-0BC1-45F9-B792-6C1CD11EB596}" dt="2025-11-20T17:56:43.373" v="1560" actId="14100"/>
        <pc:sldMkLst>
          <pc:docMk/>
          <pc:sldMk cId="1001026204" sldId="266"/>
        </pc:sldMkLst>
        <pc:spChg chg="del">
          <ac:chgData name="Oppenheim, Tomas" userId="7bbdd6b4-1f3d-4fdd-ac21-d8c716941374" providerId="ADAL" clId="{868CCE3B-0BC1-45F9-B792-6C1CD11EB596}" dt="2025-11-20T17:45:08.070" v="1316" actId="478"/>
          <ac:spMkLst>
            <pc:docMk/>
            <pc:sldMk cId="1001026204" sldId="266"/>
            <ac:spMk id="2" creationId="{C95400CA-574A-275B-44CF-56BD5CE78E1B}"/>
          </ac:spMkLst>
        </pc:spChg>
        <pc:spChg chg="del">
          <ac:chgData name="Oppenheim, Tomas" userId="7bbdd6b4-1f3d-4fdd-ac21-d8c716941374" providerId="ADAL" clId="{868CCE3B-0BC1-45F9-B792-6C1CD11EB596}" dt="2025-11-20T17:45:10.492" v="1317" actId="478"/>
          <ac:spMkLst>
            <pc:docMk/>
            <pc:sldMk cId="1001026204" sldId="266"/>
            <ac:spMk id="3" creationId="{E6560D9E-EFAA-F14C-EAEA-4F148999E597}"/>
          </ac:spMkLst>
        </pc:spChg>
        <pc:spChg chg="add mod">
          <ac:chgData name="Oppenheim, Tomas" userId="7bbdd6b4-1f3d-4fdd-ac21-d8c716941374" providerId="ADAL" clId="{868CCE3B-0BC1-45F9-B792-6C1CD11EB596}" dt="2025-11-20T17:56:43.373" v="1560" actId="14100"/>
          <ac:spMkLst>
            <pc:docMk/>
            <pc:sldMk cId="1001026204" sldId="266"/>
            <ac:spMk id="6" creationId="{D2858E53-7356-B410-5180-F27D0D4B8E6D}"/>
          </ac:spMkLst>
        </pc:spChg>
        <pc:picChg chg="add mod">
          <ac:chgData name="Oppenheim, Tomas" userId="7bbdd6b4-1f3d-4fdd-ac21-d8c716941374" providerId="ADAL" clId="{868CCE3B-0BC1-45F9-B792-6C1CD11EB596}" dt="2025-11-20T17:45:13.581" v="1319" actId="1076"/>
          <ac:picMkLst>
            <pc:docMk/>
            <pc:sldMk cId="1001026204" sldId="266"/>
            <ac:picMk id="5" creationId="{BF17894B-C1DC-CF1A-506C-0186A69088C5}"/>
          </ac:picMkLst>
        </pc:picChg>
      </pc:sldChg>
      <pc:sldChg chg="addSp delSp modSp new mod">
        <pc:chgData name="Oppenheim, Tomas" userId="7bbdd6b4-1f3d-4fdd-ac21-d8c716941374" providerId="ADAL" clId="{868CCE3B-0BC1-45F9-B792-6C1CD11EB596}" dt="2025-11-20T17:55:36.025" v="1508" actId="478"/>
        <pc:sldMkLst>
          <pc:docMk/>
          <pc:sldMk cId="2107418513" sldId="267"/>
        </pc:sldMkLst>
        <pc:spChg chg="del">
          <ac:chgData name="Oppenheim, Tomas" userId="7bbdd6b4-1f3d-4fdd-ac21-d8c716941374" providerId="ADAL" clId="{868CCE3B-0BC1-45F9-B792-6C1CD11EB596}" dt="2025-11-20T17:53:06.490" v="1490" actId="478"/>
          <ac:spMkLst>
            <pc:docMk/>
            <pc:sldMk cId="2107418513" sldId="267"/>
            <ac:spMk id="2" creationId="{7DE6C4BD-7677-720B-3ECD-88D5A7F1EF64}"/>
          </ac:spMkLst>
        </pc:spChg>
        <pc:spChg chg="del">
          <ac:chgData name="Oppenheim, Tomas" userId="7bbdd6b4-1f3d-4fdd-ac21-d8c716941374" providerId="ADAL" clId="{868CCE3B-0BC1-45F9-B792-6C1CD11EB596}" dt="2025-11-20T17:53:10.358" v="1491" actId="478"/>
          <ac:spMkLst>
            <pc:docMk/>
            <pc:sldMk cId="2107418513" sldId="267"/>
            <ac:spMk id="3" creationId="{200D8247-C3AF-A1B5-9578-C8B5BE37C96C}"/>
          </ac:spMkLst>
        </pc:spChg>
        <pc:picChg chg="add del mod">
          <ac:chgData name="Oppenheim, Tomas" userId="7bbdd6b4-1f3d-4fdd-ac21-d8c716941374" providerId="ADAL" clId="{868CCE3B-0BC1-45F9-B792-6C1CD11EB596}" dt="2025-11-20T17:55:09.732" v="1502" actId="478"/>
          <ac:picMkLst>
            <pc:docMk/>
            <pc:sldMk cId="2107418513" sldId="267"/>
            <ac:picMk id="5" creationId="{D7769C4E-84C5-FC12-B9B7-8FFD5BA89EBD}"/>
          </ac:picMkLst>
        </pc:picChg>
        <pc:cxnChg chg="add del">
          <ac:chgData name="Oppenheim, Tomas" userId="7bbdd6b4-1f3d-4fdd-ac21-d8c716941374" providerId="ADAL" clId="{868CCE3B-0BC1-45F9-B792-6C1CD11EB596}" dt="2025-11-20T17:55:07.890" v="1501" actId="11529"/>
          <ac:cxnSpMkLst>
            <pc:docMk/>
            <pc:sldMk cId="2107418513" sldId="267"/>
            <ac:cxnSpMk id="7" creationId="{0D6029FC-449B-99B0-B0D1-75F62E9AD1B9}"/>
          </ac:cxnSpMkLst>
        </pc:cxnChg>
        <pc:cxnChg chg="add del">
          <ac:chgData name="Oppenheim, Tomas" userId="7bbdd6b4-1f3d-4fdd-ac21-d8c716941374" providerId="ADAL" clId="{868CCE3B-0BC1-45F9-B792-6C1CD11EB596}" dt="2025-11-20T17:55:32.966" v="1507" actId="478"/>
          <ac:cxnSpMkLst>
            <pc:docMk/>
            <pc:sldMk cId="2107418513" sldId="267"/>
            <ac:cxnSpMk id="9" creationId="{66346E28-1911-F9B3-B1EB-96FAEF60A585}"/>
          </ac:cxnSpMkLst>
        </pc:cxnChg>
        <pc:cxnChg chg="add del mod">
          <ac:chgData name="Oppenheim, Tomas" userId="7bbdd6b4-1f3d-4fdd-ac21-d8c716941374" providerId="ADAL" clId="{868CCE3B-0BC1-45F9-B792-6C1CD11EB596}" dt="2025-11-20T17:55:36.025" v="1508" actId="478"/>
          <ac:cxnSpMkLst>
            <pc:docMk/>
            <pc:sldMk cId="2107418513" sldId="267"/>
            <ac:cxnSpMk id="10" creationId="{3C5ABA9E-C270-33F8-3391-674C9E356C02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A37A42-A76E-6D8B-672D-17FA0487C0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C32C6-785B-F44E-6036-6453DD4319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BA882-0750-D594-5EC4-9A779EB5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9CE87-2ABA-1D6E-8092-C6A8C2511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89963-F3AC-F212-6CC2-A2D3C5FF7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34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45B5-CE4B-17E2-88CF-81741317A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0CBBE-EF1C-E98D-EBC2-58EEDB232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BB09A-54C9-D970-57B0-5DA7446D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6671E-860D-0BE8-5F91-CE1FC3634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4BE2AC-293A-3525-89FD-5C50AE154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36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B71AB-50BB-4781-D676-72C99AC57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613308-AFE4-E2E3-DF3C-A70EEE332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C54C3-018D-289D-85E6-327C07048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A20C3-ED9A-3151-42F6-5FCFFB518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810A3A-4CAD-AE5C-2749-BD5EBAD8E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1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9190-9D40-1242-5453-210C189ED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F57B3-3597-D153-4CD1-E0EE982199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08CD4-F2FB-52FB-7880-87D8472F2D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622C12-9F68-7194-911A-592082FF5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31B6A4-D7A0-E818-C958-7524AC601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052B2-3F83-7C3B-C878-911C55C31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8898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F253B-7E0D-7F54-9093-AFCB994BA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6A350-5E81-3FCE-8F40-B2CCC4B27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848C0-B3BC-7ED6-3EDE-CF197C453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EDD51-6BE4-E2FB-00CD-CA9F972791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6C371-0EAC-721F-03F3-5523890FF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ED5158-8712-B3CD-7C51-DBA775606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74547D-F3C0-2BC1-3EA2-9E9BBDEC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453803-4A9A-D8CA-83A1-4C6D2182B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21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50FF8-2ED7-3A82-2988-9B62E6869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FC2E79-1CE5-1D29-46B3-C17669D4B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CADC9-C9FB-5F6A-906D-B6B3870F9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AE29E-3D94-2214-16DB-53E01B60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68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A95611-5953-A02A-42F2-3098D5296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3DD10-DE7E-6BE0-6DDC-C39BE11E9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4AB64-D099-63D9-A967-E4E08F7FB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512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C528B-A7B5-397D-3A04-278E276A5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BC13B9-534A-6D85-F490-198293955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191040-8CDD-68A8-7F57-A11D56CF6E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FBD94-9A01-2A59-511B-BEC345519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F7318-7CF8-D651-DE54-81EC25919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5F4BC-C3EC-4866-49DD-5FD3D39F9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3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6A506-99EC-3DC0-B371-3D1EEAC42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E2584C-4186-E6E1-3AD0-0F68E03E99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38E9A-734C-48AF-D156-72F572611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59804-91CB-0B39-C84C-D63E99272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98ED7-F3C2-CCB2-B74A-B69E8074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4C049-6ED3-9240-5733-BAEFB0467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85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B4417-9BB8-F780-9DB0-4663BE1A4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604010-C9D4-D1EB-C2DA-5278B50F77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686F0-BA64-595D-018C-D2E653801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55F0C-9D4F-9E8C-33B6-266EE39A6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2F062-8F07-4BE2-1C0D-26466AFA3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29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AA6414-B315-4963-4CE1-4A817BA82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612816-9BC1-B9FD-80BA-FCED4CAC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C12FC0-38E2-1624-DD12-F65C0DE26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7A183-969D-8389-754F-C5DED9B46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53ECC-59BD-2992-A703-1920A984C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02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A7F8AE-729F-410F-797F-618E6C33A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37046-55DA-9752-AB67-8E8C1895F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FC82F-FBEE-819C-EC76-CE671A6EB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B25DA2-E2F7-483B-8509-6EA11872B1C6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9E197-91E2-7FED-8B91-0A831FED3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F7999-7A3B-59A9-14E3-DB0CC632E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0ACE2-9CF8-477D-A5B4-EC1BBB5D25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7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52D961-FDD0-818A-DE87-1B127DD13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64" y="1877491"/>
            <a:ext cx="10497460" cy="33607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004FC4-4172-6212-A116-B58EF18A7FF0}"/>
              </a:ext>
            </a:extLst>
          </p:cNvPr>
          <p:cNvSpPr txBox="1"/>
          <p:nvPr/>
        </p:nvSpPr>
        <p:spPr>
          <a:xfrm>
            <a:off x="980901" y="340498"/>
            <a:ext cx="101456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Strain Gauge Results:</a:t>
            </a:r>
          </a:p>
          <a:p>
            <a:endParaRPr lang="en-US" dirty="0"/>
          </a:p>
          <a:p>
            <a:r>
              <a:rPr lang="en-US" dirty="0"/>
              <a:t>Likelihood Threshold DLC Positions:  0.4 (increase this and number of pts in time series decreases)</a:t>
            </a:r>
          </a:p>
          <a:p>
            <a:r>
              <a:rPr lang="en-US" dirty="0"/>
              <a:t>Calibration angles: 0-&gt; 67.5</a:t>
            </a:r>
          </a:p>
        </p:txBody>
      </p:sp>
    </p:spTree>
    <p:extLst>
      <p:ext uri="{BB962C8B-B14F-4D97-AF65-F5344CB8AC3E}">
        <p14:creationId xmlns:p14="http://schemas.microsoft.com/office/powerpoint/2010/main" val="2216285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E77BF74-0103-4534-F074-8709DA81B4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27" y="1211917"/>
            <a:ext cx="5261444" cy="2725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F536D2-96D6-B33A-F9C3-32D205276C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771" y="1211918"/>
            <a:ext cx="6588735" cy="285716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F5C6F5-F4B7-AFB5-4582-7BB8B993AB80}"/>
              </a:ext>
            </a:extLst>
          </p:cNvPr>
          <p:cNvSpPr txBox="1"/>
          <p:nvPr/>
        </p:nvSpPr>
        <p:spPr>
          <a:xfrm>
            <a:off x="1113905" y="507077"/>
            <a:ext cx="4468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</a:t>
            </a:r>
            <a:r>
              <a:rPr lang="en-US" b="1" baseline="30000" dirty="0"/>
              <a:t>st</a:t>
            </a:r>
            <a:r>
              <a:rPr lang="en-US" b="1" dirty="0"/>
              <a:t> Alignment:  Timestamp Alignment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B14759-6D93-C552-2A4D-6F9EF8B9AAE1}"/>
              </a:ext>
            </a:extLst>
          </p:cNvPr>
          <p:cNvSpPr txBox="1"/>
          <p:nvPr/>
        </p:nvSpPr>
        <p:spPr>
          <a:xfrm>
            <a:off x="6610006" y="507077"/>
            <a:ext cx="44680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2nd Alignment:  Shift entire series until error is minimized</a:t>
            </a:r>
          </a:p>
        </p:txBody>
      </p:sp>
    </p:spTree>
    <p:extLst>
      <p:ext uri="{BB962C8B-B14F-4D97-AF65-F5344CB8AC3E}">
        <p14:creationId xmlns:p14="http://schemas.microsoft.com/office/powerpoint/2010/main" val="1376853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1D5A18-3CAB-FBF9-5F47-050427114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6" y="2107296"/>
            <a:ext cx="4653487" cy="29801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92AF13-FB12-0408-B137-8E66E67E0B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315" y="2406535"/>
            <a:ext cx="4671392" cy="26808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7E704D-046F-4D05-7B4A-294CF02FE03C}"/>
              </a:ext>
            </a:extLst>
          </p:cNvPr>
          <p:cNvSpPr txBox="1"/>
          <p:nvPr/>
        </p:nvSpPr>
        <p:spPr>
          <a:xfrm>
            <a:off x="1824643" y="1463040"/>
            <a:ext cx="170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AC13D3-7D96-7883-6C13-A47AED88CE50}"/>
              </a:ext>
            </a:extLst>
          </p:cNvPr>
          <p:cNvSpPr txBox="1"/>
          <p:nvPr/>
        </p:nvSpPr>
        <p:spPr>
          <a:xfrm>
            <a:off x="7604759" y="1647706"/>
            <a:ext cx="170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9C52E5-F0A2-1E48-3B67-76E99A8BF305}"/>
              </a:ext>
            </a:extLst>
          </p:cNvPr>
          <p:cNvSpPr txBox="1"/>
          <p:nvPr/>
        </p:nvSpPr>
        <p:spPr>
          <a:xfrm>
            <a:off x="1666702" y="598516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Blue = 1</a:t>
            </a:r>
            <a:r>
              <a:rPr lang="en-US" baseline="30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st</a:t>
            </a:r>
            <a:r>
              <a:rPr lang="en-US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calibration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77EDE2-ED2D-68FF-964C-6B90C40E2413}"/>
              </a:ext>
            </a:extLst>
          </p:cNvPr>
          <p:cNvSpPr txBox="1"/>
          <p:nvPr/>
        </p:nvSpPr>
        <p:spPr>
          <a:xfrm>
            <a:off x="1666702" y="967848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Orange = 2nd calibration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31AB34-590C-C4A7-7E28-1F3DFC7258C6}"/>
              </a:ext>
            </a:extLst>
          </p:cNvPr>
          <p:cNvSpPr txBox="1"/>
          <p:nvPr/>
        </p:nvSpPr>
        <p:spPr>
          <a:xfrm>
            <a:off x="1965960" y="178724"/>
            <a:ext cx="3478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Strain Gauge Calibrations</a:t>
            </a:r>
          </a:p>
        </p:txBody>
      </p:sp>
    </p:spTree>
    <p:extLst>
      <p:ext uri="{BB962C8B-B14F-4D97-AF65-F5344CB8AC3E}">
        <p14:creationId xmlns:p14="http://schemas.microsoft.com/office/powerpoint/2010/main" val="428079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769C4E-84C5-FC12-B9B7-8FFD5BA89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503" y="1328645"/>
            <a:ext cx="6083997" cy="380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18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17894B-C1DC-CF1A-506C-0186A6908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54" y="1609567"/>
            <a:ext cx="9487722" cy="36388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858E53-7356-B410-5180-F27D0D4B8E6D}"/>
              </a:ext>
            </a:extLst>
          </p:cNvPr>
          <p:cNvSpPr txBox="1"/>
          <p:nvPr/>
        </p:nvSpPr>
        <p:spPr>
          <a:xfrm>
            <a:off x="3005051" y="536171"/>
            <a:ext cx="4401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Occasionally saw this….disconnection?</a:t>
            </a:r>
          </a:p>
        </p:txBody>
      </p:sp>
    </p:spTree>
    <p:extLst>
      <p:ext uri="{BB962C8B-B14F-4D97-AF65-F5344CB8AC3E}">
        <p14:creationId xmlns:p14="http://schemas.microsoft.com/office/powerpoint/2010/main" val="10010262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347E88-E3BD-1354-C27F-48472CCAF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85" y="3196782"/>
            <a:ext cx="10581287" cy="358171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6AA8E3-E219-434F-FBA3-1AAAA7A149EF}"/>
              </a:ext>
            </a:extLst>
          </p:cNvPr>
          <p:cNvSpPr txBox="1"/>
          <p:nvPr/>
        </p:nvSpPr>
        <p:spPr>
          <a:xfrm>
            <a:off x="2880360" y="24942"/>
            <a:ext cx="680812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IMU Results:</a:t>
            </a:r>
          </a:p>
          <a:p>
            <a:endParaRPr lang="en-US" sz="1600" dirty="0"/>
          </a:p>
          <a:p>
            <a:r>
              <a:rPr lang="en-US" sz="1600" dirty="0"/>
              <a:t>Likelihood Threshold DLC Positions:  0.4</a:t>
            </a:r>
          </a:p>
          <a:p>
            <a:r>
              <a:rPr lang="en-US" sz="1600" b="1" dirty="0"/>
              <a:t>Angle calc:  </a:t>
            </a:r>
          </a:p>
          <a:p>
            <a:pPr marL="342900" indent="-342900">
              <a:buAutoNum type="arabicParenBoth"/>
            </a:pPr>
            <a:r>
              <a:rPr lang="en-US" sz="1600" dirty="0"/>
              <a:t>Quaternions to rotation matrices. </a:t>
            </a:r>
          </a:p>
          <a:p>
            <a:pPr marL="342900" indent="-342900">
              <a:buAutoNum type="arabicParenBoth"/>
            </a:pPr>
            <a:r>
              <a:rPr lang="en-US" sz="1600" dirty="0"/>
              <a:t>change of basis for palm imu frame to wrist imu frame.</a:t>
            </a:r>
          </a:p>
          <a:p>
            <a:pPr marL="342900" indent="-342900">
              <a:buAutoNum type="arabicParenBoth"/>
            </a:pPr>
            <a:r>
              <a:rPr lang="en-US" sz="1600" dirty="0"/>
              <a:t>Calculate relative angle between vectors </a:t>
            </a:r>
            <a:r>
              <a:rPr lang="en-US" sz="1600" dirty="0" err="1"/>
              <a:t>vwrist</a:t>
            </a:r>
            <a:r>
              <a:rPr lang="en-US" sz="1600" dirty="0"/>
              <a:t> = [0 1 0] vs </a:t>
            </a:r>
            <a:r>
              <a:rPr lang="en-US" sz="1600" dirty="0" err="1"/>
              <a:t>vpalm</a:t>
            </a:r>
            <a:r>
              <a:rPr lang="en-US" sz="1600" dirty="0"/>
              <a:t> = [0 1 0]  represented in wrist frame</a:t>
            </a:r>
          </a:p>
          <a:p>
            <a:pPr marL="342900" indent="-342900">
              <a:buAutoNum type="arabicParenBoth"/>
            </a:pPr>
            <a:r>
              <a:rPr lang="en-US" sz="1600" i="1" dirty="0"/>
              <a:t>Steel need to project palm vector to single plane (to get out flexion vs abduction)</a:t>
            </a:r>
          </a:p>
          <a:p>
            <a:pPr marL="342900" indent="-342900">
              <a:buAutoNum type="arabicParenBoth"/>
            </a:pPr>
            <a:r>
              <a:rPr lang="en-US" sz="1600" i="1" dirty="0"/>
              <a:t>Subtract baseline (starting IMU angle from time series so all angles start at 0 deg)   </a:t>
            </a:r>
          </a:p>
        </p:txBody>
      </p:sp>
    </p:spTree>
    <p:extLst>
      <p:ext uri="{BB962C8B-B14F-4D97-AF65-F5344CB8AC3E}">
        <p14:creationId xmlns:p14="http://schemas.microsoft.com/office/powerpoint/2010/main" val="1831295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DC668D-F0C5-D902-2E98-8886189D01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59" y="1739456"/>
            <a:ext cx="9544877" cy="357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9393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0AF6DF-D199-2CD8-631C-76B1CF76F272}"/>
                  </a:ext>
                </a:extLst>
              </p:cNvPr>
              <p:cNvSpPr txBox="1"/>
              <p:nvPr/>
            </p:nvSpPr>
            <p:spPr>
              <a:xfrm>
                <a:off x="1277043" y="690262"/>
                <a:ext cx="6095306" cy="47952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Frames: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: fixed IMU frame (wrist)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: moving IMU frame (palm)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: world frame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Rotation matrices: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maps vectors from wrist frame → world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ar-AE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m:rPr>
                        <m:nor/>
                      </m:rPr>
                      <a:rPr lang="ar-AE" i="1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endParaRPr lang="ar-AE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maps vectors from palm frame → world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</m:sSub>
                    <m:r>
                      <a:rPr lang="ar-AE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m:rPr>
                        <m:nor/>
                      </m:rPr>
                      <a:rPr lang="ar-AE" i="1">
                        <a:latin typeface="Cambria Math" panose="02040503050406030204" pitchFamily="18" charset="0"/>
                      </a:rPr>
                      <m:t> 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b="0" i="0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Axes you chose: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a unit vector along the chosen axis in the wrist frame</a:t>
                </a:r>
                <a:br>
                  <a:rPr lang="en-US" dirty="0"/>
                </a:br>
                <a:r>
                  <a:rPr lang="en-US" dirty="0"/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ar-AE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,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0" i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  <m:sup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for the y-axis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ar-AE" dirty="0"/>
                  <a:t>: </a:t>
                </a:r>
                <a:r>
                  <a:rPr lang="en-US" dirty="0"/>
                  <a:t>a unit vector along the chosen axis in the palm frame</a:t>
                </a:r>
                <a:br>
                  <a:rPr lang="en-US" dirty="0"/>
                </a:br>
                <a:r>
                  <a:rPr lang="en-US" dirty="0"/>
                  <a:t>e.g.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r>
                      <a:rPr lang="ar-AE" b="0" i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,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sSup>
                          <m:sSup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"/>
                                <m:endChr m:val="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ar-AE" b="0" i="0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</m:d>
                          </m:e>
                          <m:sup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</m:oMath>
                </a14:m>
                <a:endParaRPr lang="ar-AE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0AF6DF-D199-2CD8-631C-76B1CF76F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043" y="690262"/>
                <a:ext cx="6095306" cy="4795287"/>
              </a:xfrm>
              <a:prstGeom prst="rect">
                <a:avLst/>
              </a:prstGeom>
              <a:blipFill>
                <a:blip r:embed="rId2"/>
                <a:stretch>
                  <a:fillRect l="-600" t="-5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8060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DFE91A-9106-D750-8222-0186EDCFE95C}"/>
                  </a:ext>
                </a:extLst>
              </p:cNvPr>
              <p:cNvSpPr txBox="1"/>
              <p:nvPr/>
            </p:nvSpPr>
            <p:spPr>
              <a:xfrm>
                <a:off x="1405890" y="405814"/>
                <a:ext cx="6095306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From the quaternions you get, at each time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rotation of the wrist IMU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: </a:t>
                </a:r>
                <a:r>
                  <a:rPr lang="en-US" dirty="0"/>
                  <a:t>rotation of the palm IMU</a:t>
                </a:r>
              </a:p>
              <a:p>
                <a:pPr>
                  <a:buNone/>
                </a:pPr>
                <a:r>
                  <a:rPr lang="en-US" dirty="0"/>
                  <a:t>By convention: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1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ar-AE" b="0" i="1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ar-AE" b="0" i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/>
                  <a:t>tell you how each IMU’s body axes sit in the world.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1DFE91A-9106-D750-8222-0186EDCFE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5890" y="405814"/>
                <a:ext cx="6095306" cy="2031325"/>
              </a:xfrm>
              <a:prstGeom prst="rect">
                <a:avLst/>
              </a:prstGeom>
              <a:blipFill>
                <a:blip r:embed="rId2"/>
                <a:stretch>
                  <a:fillRect l="-900" t="-1502" b="-42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124D14-58DC-AE20-EB82-4D2A52C41AA9}"/>
                  </a:ext>
                </a:extLst>
              </p:cNvPr>
              <p:cNvSpPr txBox="1"/>
              <p:nvPr/>
            </p:nvSpPr>
            <p:spPr>
              <a:xfrm>
                <a:off x="1347701" y="2542604"/>
                <a:ext cx="6095306" cy="32857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Start from palm → world: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Then world → wrist: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ar-AE" b="0" i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Combine: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ar-AE" b="0" i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0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So the relative rotation matrix is: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rel</m:t>
                          </m:r>
                        </m:sub>
                      </m:sSub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ar-AE" b="0" i="0" smtClean="0"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bSup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and it satisfies: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ar-AE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rel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ar-AE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b="0" i="0" smtClean="0">
                                  <a:latin typeface="Cambria Math" panose="02040503050406030204" pitchFamily="18" charset="0"/>
                                </a:rPr>
                                <m:t>v</m:t>
                              </m:r>
                            </m:e>
                            <m:sub>
                              <m: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for any vector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/>
                  <a:t>defined in the palm frame.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124D14-58DC-AE20-EB82-4D2A52C41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7701" y="2542604"/>
                <a:ext cx="6095306" cy="3285708"/>
              </a:xfrm>
              <a:prstGeom prst="rect">
                <a:avLst/>
              </a:prstGeom>
              <a:blipFill>
                <a:blip r:embed="rId3"/>
                <a:stretch>
                  <a:fillRect l="-800" t="-742" b="-2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4808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604E0F-4A6E-B778-7CBC-5A2648EFA3B4}"/>
                  </a:ext>
                </a:extLst>
              </p:cNvPr>
              <p:cNvSpPr txBox="1"/>
              <p:nvPr/>
            </p:nvSpPr>
            <p:spPr>
              <a:xfrm>
                <a:off x="1002724" y="1319179"/>
                <a:ext cx="6095306" cy="271503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You chose a moving-axis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b="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/>
                  <a:t>in the palm frame (e.g. its y-axis).</a:t>
                </a:r>
              </a:p>
              <a:p>
                <a:pPr>
                  <a:buNone/>
                </a:pPr>
                <a:r>
                  <a:rPr lang="en-US" dirty="0"/>
                  <a:t>To see that axis from the wrist’s perspective, use the relative rotation: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m:rPr>
                              <m:sty m:val="p"/>
                            </m:rPr>
                            <a:rPr lang="ar-AE" b="0" i="1">
                              <a:latin typeface="Cambria Math" panose="02040503050406030204" pitchFamily="18" charset="0"/>
                            </a:rPr>
                            <m:t>v</m:t>
                          </m:r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ar-AE" b="0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rel</m:t>
                              </m:r>
                            </m:sub>
                          </m:sSub>
                          <m:d>
                            <m:d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nor/>
                            </m:rPr>
                            <a:rPr lang="ar-AE" i="1">
                              <a:latin typeface="Cambria Math" panose="02040503050406030204" pitchFamily="18" charset="0"/>
                            </a:rPr>
                            <m:t> 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ar-AE" b="0" i="0"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  <m:sub>
                              <m:r>
                                <a:rPr lang="ar-AE" b="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Here: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ar-AE" b="0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b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en-US" dirty="0"/>
                  <a:t>is the axis in the palm frame,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>
                        <a:latin typeface="Cambria Math" panose="02040503050406030204" pitchFamily="18" charset="0"/>
                      </a:rPr>
                      <m:t>v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is that same physical axis, now expressed in the wrist frame.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604E0F-4A6E-B778-7CBC-5A2648EFA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724" y="1319179"/>
                <a:ext cx="6095306" cy="2715039"/>
              </a:xfrm>
              <a:prstGeom prst="rect">
                <a:avLst/>
              </a:prstGeom>
              <a:blipFill>
                <a:blip r:embed="rId2"/>
                <a:stretch>
                  <a:fillRect l="-800" t="-897" r="-600" b="-26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281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EE0893-31B1-9A30-5337-EFB5121E89A0}"/>
                  </a:ext>
                </a:extLst>
              </p:cNvPr>
              <p:cNvSpPr txBox="1"/>
              <p:nvPr/>
            </p:nvSpPr>
            <p:spPr>
              <a:xfrm>
                <a:off x="902970" y="1032086"/>
                <a:ext cx="6095306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dirty="0"/>
                  <a:t>For intuition: compute the angle in the world frame: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Wrist axis in world: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/>
                  <a:t>Palm axis in world: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1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m:rPr>
                          <m:nor/>
                        </m:rPr>
                        <a:rPr lang="ar-AE" i="1">
                          <a:latin typeface="Cambria Math" panose="02040503050406030204" pitchFamily="18" charset="0"/>
                        </a:rPr>
                        <m:t> 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ar-AE" dirty="0"/>
              </a:p>
              <a:p>
                <a:pPr>
                  <a:buNone/>
                </a:pPr>
                <a:r>
                  <a:rPr lang="en-US" dirty="0"/>
                  <a:t>Then: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𝑐𝑜𝑠</m:t>
                          </m:r>
                        </m:fName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 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ar-AE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  <m:sub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</m:sSub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ar-AE" b="0" i="0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ar-AE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EE0893-31B1-9A30-5337-EFB5121E89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970" y="1032086"/>
                <a:ext cx="6095306" cy="2031325"/>
              </a:xfrm>
              <a:prstGeom prst="rect">
                <a:avLst/>
              </a:prstGeom>
              <a:blipFill>
                <a:blip r:embed="rId2"/>
                <a:stretch>
                  <a:fillRect l="-800" t="-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109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500A8A-93DB-6FEB-50D4-8A9033D9C689}"/>
                  </a:ext>
                </a:extLst>
              </p:cNvPr>
              <p:cNvSpPr txBox="1"/>
              <p:nvPr/>
            </p:nvSpPr>
            <p:spPr>
              <a:xfrm>
                <a:off x="1006113" y="340066"/>
                <a:ext cx="38842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𝑤𝑟𝑖𝑠𝑡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𝑞𝑢𝑎𝑡𝑒𝑟𝑛𝑖𝑜𝑛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A500A8A-93DB-6FEB-50D4-8A9033D9C6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113" y="340066"/>
                <a:ext cx="3884268" cy="276999"/>
              </a:xfrm>
              <a:prstGeom prst="rect">
                <a:avLst/>
              </a:prstGeom>
              <a:blipFill>
                <a:blip r:embed="rId2"/>
                <a:stretch>
                  <a:fillRect l="-1099" t="-2222" r="-188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17F64F3-5125-715C-BBDB-7C1B11BB3E21}"/>
                  </a:ext>
                </a:extLst>
              </p:cNvPr>
              <p:cNvSpPr txBox="1"/>
              <p:nvPr/>
            </p:nvSpPr>
            <p:spPr>
              <a:xfrm>
                <a:off x="1006113" y="787568"/>
                <a:ext cx="38803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𝑝𝑎𝑙𝑚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𝑞𝑢𝑎𝑡𝑒𝑟𝑛𝑖𝑜𝑛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D17F64F3-5125-715C-BBDB-7C1B11BB3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113" y="787568"/>
                <a:ext cx="3880358" cy="276999"/>
              </a:xfrm>
              <a:prstGeom prst="rect">
                <a:avLst/>
              </a:prstGeom>
              <a:blipFill>
                <a:blip r:embed="rId3"/>
                <a:stretch>
                  <a:fillRect l="-1099" t="-2174" r="-1727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B0D819E-B940-9F2C-AC7C-6D0870D4E625}"/>
                  </a:ext>
                </a:extLst>
              </p:cNvPr>
              <p:cNvSpPr txBox="1"/>
              <p:nvPr/>
            </p:nvSpPr>
            <p:spPr>
              <a:xfrm>
                <a:off x="1006113" y="1322354"/>
                <a:ext cx="5388013" cy="2799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⨂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𝑒𝑟𝑒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7" name="TextBox 116">
                <a:extLst>
                  <a:ext uri="{FF2B5EF4-FFF2-40B4-BE49-F238E27FC236}">
                    <a16:creationId xmlns:a16="http://schemas.microsoft.com/office/drawing/2014/main" id="{3B0D819E-B940-9F2C-AC7C-6D0870D4E6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113" y="1322354"/>
                <a:ext cx="5388013" cy="279948"/>
              </a:xfrm>
              <a:prstGeom prst="rect">
                <a:avLst/>
              </a:prstGeom>
              <a:blipFill>
                <a:blip r:embed="rId4"/>
                <a:stretch>
                  <a:fillRect l="-679" t="-2174" r="-339" b="-369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TextBox 118">
            <a:extLst>
              <a:ext uri="{FF2B5EF4-FFF2-40B4-BE49-F238E27FC236}">
                <a16:creationId xmlns:a16="http://schemas.microsoft.com/office/drawing/2014/main" id="{1001AE49-5C78-C03E-FC17-9CF5C13229A7}"/>
              </a:ext>
            </a:extLst>
          </p:cNvPr>
          <p:cNvSpPr txBox="1"/>
          <p:nvPr/>
        </p:nvSpPr>
        <p:spPr>
          <a:xfrm>
            <a:off x="1006113" y="2828089"/>
            <a:ext cx="609530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roll (X)  = atan2( 2(w x + y z), 1 - 2(x² + y²) )</a:t>
            </a:r>
          </a:p>
          <a:p>
            <a:r>
              <a:rPr lang="en-US" dirty="0"/>
              <a:t>pitch (Y) = </a:t>
            </a:r>
            <a:r>
              <a:rPr lang="en-US" dirty="0" err="1"/>
              <a:t>asin</a:t>
            </a:r>
            <a:r>
              <a:rPr lang="en-US" dirty="0"/>
              <a:t>( 2(w y - z x) )</a:t>
            </a:r>
          </a:p>
          <a:p>
            <a:r>
              <a:rPr lang="en-US" dirty="0"/>
              <a:t>yaw (Z)   = atan2( 2(w z + x y), 1 - 2(y² + z²) 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C4F42DC-200C-A14D-0C4D-9AEC3898DE49}"/>
                  </a:ext>
                </a:extLst>
              </p:cNvPr>
              <p:cNvSpPr txBox="1"/>
              <p:nvPr/>
            </p:nvSpPr>
            <p:spPr>
              <a:xfrm>
                <a:off x="1098319" y="2025484"/>
                <a:ext cx="4148635" cy="3033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𝑝𝑖𝑡𝑐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𝑟𝑒𝑙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𝑟𝑒𝑙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𝑟𝑒𝑙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𝑟𝑒𝑙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3C4F42DC-200C-A14D-0C4D-9AEC3898D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319" y="2025484"/>
                <a:ext cx="4148635" cy="303353"/>
              </a:xfrm>
              <a:prstGeom prst="rect">
                <a:avLst/>
              </a:prstGeom>
              <a:blipFill>
                <a:blip r:embed="rId5"/>
                <a:stretch>
                  <a:fillRect l="-1909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TextBox 121">
            <a:extLst>
              <a:ext uri="{FF2B5EF4-FFF2-40B4-BE49-F238E27FC236}">
                <a16:creationId xmlns:a16="http://schemas.microsoft.com/office/drawing/2014/main" id="{ED5D7931-FC25-8590-FB4B-FF0ABA1A7673}"/>
              </a:ext>
            </a:extLst>
          </p:cNvPr>
          <p:cNvSpPr txBox="1"/>
          <p:nvPr/>
        </p:nvSpPr>
        <p:spPr>
          <a:xfrm>
            <a:off x="976745" y="4990829"/>
            <a:ext cx="10115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Kuipers, J. B. (1999). </a:t>
            </a:r>
            <a:r>
              <a:rPr lang="en-US" b="1" i="1" dirty="0"/>
              <a:t>Quaternions and Rotation Sequences</a:t>
            </a:r>
            <a:r>
              <a:rPr lang="en-US" b="1" dirty="0"/>
              <a:t>. Princeton University Press.</a:t>
            </a:r>
            <a:endParaRPr lang="en-US" dirty="0"/>
          </a:p>
          <a:p>
            <a:r>
              <a:rPr lang="en-US" i="1" dirty="0"/>
              <a:t>Chapter 5: Rotations, Relative Rotations, and Quaternion Algebra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9710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1506</TotalTime>
  <Words>590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Oppenheim, Tomas</dc:creator>
  <cp:lastModifiedBy>Oppenheim, Tomas</cp:lastModifiedBy>
  <cp:revision>1</cp:revision>
  <dcterms:created xsi:type="dcterms:W3CDTF">2025-11-19T17:08:32Z</dcterms:created>
  <dcterms:modified xsi:type="dcterms:W3CDTF">2025-11-20T18:14:51Z</dcterms:modified>
</cp:coreProperties>
</file>