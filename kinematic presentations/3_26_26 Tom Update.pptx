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9BB70-80CD-645B-ADF2-23C4E741B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0DF0EA-C891-C572-AB6C-9C62E08E1B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9E4FF-D856-30BA-E15C-1E9B5F1E4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CC7-3DC9-450B-B5C5-CE5C5DB46FD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67A7D-02F5-E301-5423-9D955CBE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E2C0C-A133-9C26-41FB-D0FE30970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46D39-2AF3-4E93-A7FF-32EB25F78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576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26673-7A42-6E4D-6BD2-6E5FD8FDC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6859F-EF20-B487-FE87-D540A7A28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55F89-B7C8-A6BA-24E3-2521B2A8B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CC7-3DC9-450B-B5C5-CE5C5DB46FD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1CEF6-74B2-BC22-56D3-B33B1BA04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D0DA3-EA47-3519-34AB-CC19F5324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46D39-2AF3-4E93-A7FF-32EB25F78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6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FD50-D52A-DF3C-78EE-57EEA3090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D2FE1-D644-A859-C7DF-B406E344E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A3B26-F4FF-5A20-4784-666DC9A30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CC7-3DC9-450B-B5C5-CE5C5DB46FD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BDC1A-BDFB-A37C-EB71-73270640D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BF2A7-A14A-BE74-A322-12D818AB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46D39-2AF3-4E93-A7FF-32EB25F78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58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857B-7D08-7136-3B08-DFEC7D61A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B34E6-CB22-0A2A-2073-F88FB53B5D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9A7A2-8F31-9655-1502-DA3B1E9D5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7E48F-9958-9E80-8A9B-69E2388B7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CC7-3DC9-450B-B5C5-CE5C5DB46FD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97299-2A02-B001-A9FC-0D0A32D94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2FBFE-FB35-4D2F-BE18-0E2736E58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46D39-2AF3-4E93-A7FF-32EB25F78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94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5CB19-D8F2-5432-0B1D-7F3FA5F28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DCD1E-599C-BD8F-D8C3-58AE23DBD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E9A580-2FF7-6BD2-6080-95F7156E3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E27E82-4739-CD76-4B41-A61175538C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0BFC0B-028A-99D0-7412-5250E48F4E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FDCCC5-244E-C643-EF2E-67DF7C6D2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CC7-3DC9-450B-B5C5-CE5C5DB46FD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CDC496-0E96-5CA0-936A-1822ED2B2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25DFDC-5B78-18D6-08DA-5C6B7BC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46D39-2AF3-4E93-A7FF-32EB25F78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28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F28FA-64E9-2842-B8A8-A7A383C41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3D8B86-3B88-5580-3EDE-46B6F4704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CC7-3DC9-450B-B5C5-CE5C5DB46FD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36238B-BE83-E6E6-4FFE-4DC3A73E3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0B676F-6BD7-1F4A-F104-2864D2DE6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46D39-2AF3-4E93-A7FF-32EB25F78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651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A687D3-F5B4-8385-8639-D296C7DED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CC7-3DC9-450B-B5C5-CE5C5DB46FD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63261C-582B-FB1F-E9CE-E8ACE56E0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74A53-F7B3-BD93-1168-FEEF7992E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46D39-2AF3-4E93-A7FF-32EB25F78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4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71F5B-D79E-C575-42C7-E501DC0AD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380A7-353F-688A-4F7A-4FE963638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46C88-F208-E555-543D-C8BF1DE56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0F207-5D3D-4789-948E-083275BFE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CC7-3DC9-450B-B5C5-CE5C5DB46FD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D8A39-A203-2BD6-828C-DDDE37C74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C9DE1-86AD-C5CC-4CE0-F7F2A2725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46D39-2AF3-4E93-A7FF-32EB25F78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4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A1AC9-3A71-6457-1CFE-064B5C110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9580EB-EA0B-36DD-9E24-67AA15931C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A8C3E-75BB-D82A-8E83-8308592E4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3B577-9157-C63B-00C3-FCBF00FDB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CC7-3DC9-450B-B5C5-CE5C5DB46FD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B7D82-A7CA-FA1F-F6A6-91C128501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E08EFE-6D78-1C8A-984A-8C2434C07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46D39-2AF3-4E93-A7FF-32EB25F78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14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A73C-27DD-6CAD-38C9-0B65F0EF8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965467-6F9E-43BA-4AC8-8C67D86BE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EF9B3-A4B5-0A36-8C1D-5A916FCB4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CC7-3DC9-450B-B5C5-CE5C5DB46FD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9F4B2-52C8-8857-9D95-DD599A24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EA413-5BEF-0A68-8A5E-BBEBEFC8B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46D39-2AF3-4E93-A7FF-32EB25F78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98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D87AA1-B4F8-8E75-9C09-37D355C9ED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E11BB-1E3D-05FB-4A52-9307AE217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81816-A2EB-6E7C-6C6B-6AE7DB9B2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CC7-3DC9-450B-B5C5-CE5C5DB46FD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54F9D-7A21-9600-322E-4181E9FCC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65128-520D-75CD-A6CB-48E998E3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46D39-2AF3-4E93-A7FF-32EB25F78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164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6E308B-96DC-5FDA-008F-8C2F017F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AEF9E-A12A-DE0D-4920-B4244332D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E7C2C-51FE-B12E-B201-DF4D745CE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8E9CC7-3DC9-450B-B5C5-CE5C5DB46FD3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134AB-7A81-DAB5-FA64-AB378E414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08C5E-DF60-F85A-C049-3EA03DA6D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D46D39-2AF3-4E93-A7FF-32EB25F78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98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BFAA5C-D684-C2D5-D31F-A85C11DA7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082" y="1299447"/>
            <a:ext cx="8149668" cy="51301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1AFCB7-43E6-23DC-6137-D463989154F2}"/>
              </a:ext>
            </a:extLst>
          </p:cNvPr>
          <p:cNvSpPr txBox="1"/>
          <p:nvPr/>
        </p:nvSpPr>
        <p:spPr>
          <a:xfrm>
            <a:off x="4389120" y="332509"/>
            <a:ext cx="2930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11-7</a:t>
            </a:r>
          </a:p>
        </p:txBody>
      </p:sp>
    </p:spTree>
    <p:extLst>
      <p:ext uri="{BB962C8B-B14F-4D97-AF65-F5344CB8AC3E}">
        <p14:creationId xmlns:p14="http://schemas.microsoft.com/office/powerpoint/2010/main" val="393185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A4D12-6616-E4F9-834D-D0E1C5965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5A221EF-887C-9078-77B1-BA051E6977EC}"/>
              </a:ext>
            </a:extLst>
          </p:cNvPr>
          <p:cNvSpPr txBox="1"/>
          <p:nvPr/>
        </p:nvSpPr>
        <p:spPr>
          <a:xfrm>
            <a:off x="4389120" y="332509"/>
            <a:ext cx="2930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11-4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765754-2B89-08F1-1371-D47415E3F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08" y="810580"/>
            <a:ext cx="9685859" cy="595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910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79A17-1923-AC81-1850-C0CBA7A00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D318E2-FA26-C8BA-BF95-67FA7D68439E}"/>
              </a:ext>
            </a:extLst>
          </p:cNvPr>
          <p:cNvSpPr txBox="1"/>
          <p:nvPr/>
        </p:nvSpPr>
        <p:spPr>
          <a:xfrm>
            <a:off x="4389120" y="332509"/>
            <a:ext cx="2930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11-2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31E7E3-DE87-F156-4264-698C63A59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93" y="701841"/>
            <a:ext cx="9716342" cy="58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295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Oppenheim, Tomas</dc:creator>
  <cp:lastModifiedBy>Oppenheim, Tomas</cp:lastModifiedBy>
  <cp:revision>1</cp:revision>
  <dcterms:created xsi:type="dcterms:W3CDTF">2026-03-26T18:33:27Z</dcterms:created>
  <dcterms:modified xsi:type="dcterms:W3CDTF">2026-03-26T18:45:03Z</dcterms:modified>
</cp:coreProperties>
</file>