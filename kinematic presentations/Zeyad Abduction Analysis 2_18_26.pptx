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ppenheim, Tomas" userId="7bbdd6b4-1f3d-4fdd-ac21-d8c716941374" providerId="ADAL" clId="{868CCE3B-0BC1-45F9-B792-6C1CD11EB596}"/>
    <pc:docChg chg="custSel addSld modSld">
      <pc:chgData name="Oppenheim, Tomas" userId="7bbdd6b4-1f3d-4fdd-ac21-d8c716941374" providerId="ADAL" clId="{868CCE3B-0BC1-45F9-B792-6C1CD11EB596}" dt="2026-02-18T16:29:41.320" v="1471" actId="20577"/>
      <pc:docMkLst>
        <pc:docMk/>
      </pc:docMkLst>
      <pc:sldChg chg="modSp mod">
        <pc:chgData name="Oppenheim, Tomas" userId="7bbdd6b4-1f3d-4fdd-ac21-d8c716941374" providerId="ADAL" clId="{868CCE3B-0BC1-45F9-B792-6C1CD11EB596}" dt="2026-02-18T16:15:52.155" v="144" actId="20577"/>
        <pc:sldMkLst>
          <pc:docMk/>
          <pc:sldMk cId="2544331006" sldId="256"/>
        </pc:sldMkLst>
        <pc:spChg chg="mod">
          <ac:chgData name="Oppenheim, Tomas" userId="7bbdd6b4-1f3d-4fdd-ac21-d8c716941374" providerId="ADAL" clId="{868CCE3B-0BC1-45F9-B792-6C1CD11EB596}" dt="2026-02-18T16:15:40.066" v="137" actId="20577"/>
          <ac:spMkLst>
            <pc:docMk/>
            <pc:sldMk cId="2544331006" sldId="256"/>
            <ac:spMk id="2" creationId="{F2918DE9-3021-E886-DA88-790314E6FD60}"/>
          </ac:spMkLst>
        </pc:spChg>
        <pc:spChg chg="mod">
          <ac:chgData name="Oppenheim, Tomas" userId="7bbdd6b4-1f3d-4fdd-ac21-d8c716941374" providerId="ADAL" clId="{868CCE3B-0BC1-45F9-B792-6C1CD11EB596}" dt="2026-02-18T16:15:52.155" v="144" actId="20577"/>
          <ac:spMkLst>
            <pc:docMk/>
            <pc:sldMk cId="2544331006" sldId="256"/>
            <ac:spMk id="3" creationId="{367934AB-D701-37D1-43C6-04B468385AC7}"/>
          </ac:spMkLst>
        </pc:spChg>
      </pc:sldChg>
      <pc:sldChg chg="addSp delSp modSp new mod">
        <pc:chgData name="Oppenheim, Tomas" userId="7bbdd6b4-1f3d-4fdd-ac21-d8c716941374" providerId="ADAL" clId="{868CCE3B-0BC1-45F9-B792-6C1CD11EB596}" dt="2026-02-18T16:12:27.228" v="46" actId="1076"/>
        <pc:sldMkLst>
          <pc:docMk/>
          <pc:sldMk cId="4196373178" sldId="259"/>
        </pc:sldMkLst>
        <pc:spChg chg="mod">
          <ac:chgData name="Oppenheim, Tomas" userId="7bbdd6b4-1f3d-4fdd-ac21-d8c716941374" providerId="ADAL" clId="{868CCE3B-0BC1-45F9-B792-6C1CD11EB596}" dt="2026-02-18T16:12:25.565" v="45" actId="1076"/>
          <ac:spMkLst>
            <pc:docMk/>
            <pc:sldMk cId="4196373178" sldId="259"/>
            <ac:spMk id="2" creationId="{26D98D22-CBFA-783E-AC36-1E6DCDDE5260}"/>
          </ac:spMkLst>
        </pc:spChg>
        <pc:spChg chg="del">
          <ac:chgData name="Oppenheim, Tomas" userId="7bbdd6b4-1f3d-4fdd-ac21-d8c716941374" providerId="ADAL" clId="{868CCE3B-0BC1-45F9-B792-6C1CD11EB596}" dt="2026-02-18T16:12:18.088" v="41" actId="478"/>
          <ac:spMkLst>
            <pc:docMk/>
            <pc:sldMk cId="4196373178" sldId="259"/>
            <ac:spMk id="3" creationId="{9C963091-7066-EE4E-0286-819DB8EEBBC6}"/>
          </ac:spMkLst>
        </pc:spChg>
        <pc:picChg chg="add mod">
          <ac:chgData name="Oppenheim, Tomas" userId="7bbdd6b4-1f3d-4fdd-ac21-d8c716941374" providerId="ADAL" clId="{868CCE3B-0BC1-45F9-B792-6C1CD11EB596}" dt="2026-02-18T16:12:27.228" v="46" actId="1076"/>
          <ac:picMkLst>
            <pc:docMk/>
            <pc:sldMk cId="4196373178" sldId="259"/>
            <ac:picMk id="5" creationId="{AA91F8B6-67DD-CFCE-3F2D-83C2A593B208}"/>
          </ac:picMkLst>
        </pc:picChg>
      </pc:sldChg>
      <pc:sldChg chg="addSp delSp modSp new mod">
        <pc:chgData name="Oppenheim, Tomas" userId="7bbdd6b4-1f3d-4fdd-ac21-d8c716941374" providerId="ADAL" clId="{868CCE3B-0BC1-45F9-B792-6C1CD11EB596}" dt="2026-02-18T16:16:23.792" v="155" actId="20577"/>
        <pc:sldMkLst>
          <pc:docMk/>
          <pc:sldMk cId="517137620" sldId="260"/>
        </pc:sldMkLst>
        <pc:spChg chg="mod">
          <ac:chgData name="Oppenheim, Tomas" userId="7bbdd6b4-1f3d-4fdd-ac21-d8c716941374" providerId="ADAL" clId="{868CCE3B-0BC1-45F9-B792-6C1CD11EB596}" dt="2026-02-18T16:16:23.792" v="155" actId="20577"/>
          <ac:spMkLst>
            <pc:docMk/>
            <pc:sldMk cId="517137620" sldId="260"/>
            <ac:spMk id="2" creationId="{2FFF3B64-01C1-9493-1E00-5283D13BF7B4}"/>
          </ac:spMkLst>
        </pc:spChg>
        <pc:spChg chg="del">
          <ac:chgData name="Oppenheim, Tomas" userId="7bbdd6b4-1f3d-4fdd-ac21-d8c716941374" providerId="ADAL" clId="{868CCE3B-0BC1-45F9-B792-6C1CD11EB596}" dt="2026-02-18T16:13:05.853" v="103" actId="478"/>
          <ac:spMkLst>
            <pc:docMk/>
            <pc:sldMk cId="517137620" sldId="260"/>
            <ac:spMk id="3" creationId="{3913FD4D-C0F2-BA2F-8864-8259FB74B321}"/>
          </ac:spMkLst>
        </pc:spChg>
        <pc:picChg chg="add mod">
          <ac:chgData name="Oppenheim, Tomas" userId="7bbdd6b4-1f3d-4fdd-ac21-d8c716941374" providerId="ADAL" clId="{868CCE3B-0BC1-45F9-B792-6C1CD11EB596}" dt="2026-02-18T16:15:22.043" v="107" actId="1076"/>
          <ac:picMkLst>
            <pc:docMk/>
            <pc:sldMk cId="517137620" sldId="260"/>
            <ac:picMk id="5" creationId="{62C82574-9032-EA76-4BE7-F824C4929A51}"/>
          </ac:picMkLst>
        </pc:picChg>
      </pc:sldChg>
      <pc:sldChg chg="addSp delSp modSp new mod">
        <pc:chgData name="Oppenheim, Tomas" userId="7bbdd6b4-1f3d-4fdd-ac21-d8c716941374" providerId="ADAL" clId="{868CCE3B-0BC1-45F9-B792-6C1CD11EB596}" dt="2026-02-18T16:18:27.171" v="202" actId="14100"/>
        <pc:sldMkLst>
          <pc:docMk/>
          <pc:sldMk cId="1748184834" sldId="261"/>
        </pc:sldMkLst>
        <pc:spChg chg="mod">
          <ac:chgData name="Oppenheim, Tomas" userId="7bbdd6b4-1f3d-4fdd-ac21-d8c716941374" providerId="ADAL" clId="{868CCE3B-0BC1-45F9-B792-6C1CD11EB596}" dt="2026-02-18T16:18:18.366" v="198" actId="20577"/>
          <ac:spMkLst>
            <pc:docMk/>
            <pc:sldMk cId="1748184834" sldId="261"/>
            <ac:spMk id="2" creationId="{2F37B07E-47CB-3726-AEFA-D7D3D4CF5A57}"/>
          </ac:spMkLst>
        </pc:spChg>
        <pc:spChg chg="del">
          <ac:chgData name="Oppenheim, Tomas" userId="7bbdd6b4-1f3d-4fdd-ac21-d8c716941374" providerId="ADAL" clId="{868CCE3B-0BC1-45F9-B792-6C1CD11EB596}" dt="2026-02-18T16:18:20.698" v="199" actId="478"/>
          <ac:spMkLst>
            <pc:docMk/>
            <pc:sldMk cId="1748184834" sldId="261"/>
            <ac:spMk id="3" creationId="{128DC449-AD1C-6C57-6931-41E3796CCCBC}"/>
          </ac:spMkLst>
        </pc:spChg>
        <pc:picChg chg="add mod">
          <ac:chgData name="Oppenheim, Tomas" userId="7bbdd6b4-1f3d-4fdd-ac21-d8c716941374" providerId="ADAL" clId="{868CCE3B-0BC1-45F9-B792-6C1CD11EB596}" dt="2026-02-18T16:18:27.171" v="202" actId="14100"/>
          <ac:picMkLst>
            <pc:docMk/>
            <pc:sldMk cId="1748184834" sldId="261"/>
            <ac:picMk id="5" creationId="{47D8983A-21C2-3269-AB80-1CB06385E663}"/>
          </ac:picMkLst>
        </pc:picChg>
      </pc:sldChg>
      <pc:sldChg chg="modSp new mod">
        <pc:chgData name="Oppenheim, Tomas" userId="7bbdd6b4-1f3d-4fdd-ac21-d8c716941374" providerId="ADAL" clId="{868CCE3B-0BC1-45F9-B792-6C1CD11EB596}" dt="2026-02-18T16:26:48.435" v="1183" actId="20577"/>
        <pc:sldMkLst>
          <pc:docMk/>
          <pc:sldMk cId="4121959057" sldId="262"/>
        </pc:sldMkLst>
        <pc:spChg chg="mod">
          <ac:chgData name="Oppenheim, Tomas" userId="7bbdd6b4-1f3d-4fdd-ac21-d8c716941374" providerId="ADAL" clId="{868CCE3B-0BC1-45F9-B792-6C1CD11EB596}" dt="2026-02-18T16:18:45.829" v="222" actId="20577"/>
          <ac:spMkLst>
            <pc:docMk/>
            <pc:sldMk cId="4121959057" sldId="262"/>
            <ac:spMk id="2" creationId="{048E5A79-C4C3-6DA8-AD0E-8387835D1E73}"/>
          </ac:spMkLst>
        </pc:spChg>
        <pc:spChg chg="mod">
          <ac:chgData name="Oppenheim, Tomas" userId="7bbdd6b4-1f3d-4fdd-ac21-d8c716941374" providerId="ADAL" clId="{868CCE3B-0BC1-45F9-B792-6C1CD11EB596}" dt="2026-02-18T16:26:48.435" v="1183" actId="20577"/>
          <ac:spMkLst>
            <pc:docMk/>
            <pc:sldMk cId="4121959057" sldId="262"/>
            <ac:spMk id="3" creationId="{D0663AB0-0DDE-59AC-6FD3-29AA91C4292D}"/>
          </ac:spMkLst>
        </pc:spChg>
      </pc:sldChg>
      <pc:sldChg chg="modSp new mod">
        <pc:chgData name="Oppenheim, Tomas" userId="7bbdd6b4-1f3d-4fdd-ac21-d8c716941374" providerId="ADAL" clId="{868CCE3B-0BC1-45F9-B792-6C1CD11EB596}" dt="2026-02-18T16:29:41.320" v="1471" actId="20577"/>
        <pc:sldMkLst>
          <pc:docMk/>
          <pc:sldMk cId="1851546690" sldId="263"/>
        </pc:sldMkLst>
        <pc:spChg chg="mod">
          <ac:chgData name="Oppenheim, Tomas" userId="7bbdd6b4-1f3d-4fdd-ac21-d8c716941374" providerId="ADAL" clId="{868CCE3B-0BC1-45F9-B792-6C1CD11EB596}" dt="2026-02-18T16:27:01.263" v="1190" actId="20577"/>
          <ac:spMkLst>
            <pc:docMk/>
            <pc:sldMk cId="1851546690" sldId="263"/>
            <ac:spMk id="2" creationId="{79CC55B3-1A7C-0D8E-A7FA-DFF555785D5F}"/>
          </ac:spMkLst>
        </pc:spChg>
        <pc:spChg chg="mod">
          <ac:chgData name="Oppenheim, Tomas" userId="7bbdd6b4-1f3d-4fdd-ac21-d8c716941374" providerId="ADAL" clId="{868CCE3B-0BC1-45F9-B792-6C1CD11EB596}" dt="2026-02-18T16:29:41.320" v="1471" actId="20577"/>
          <ac:spMkLst>
            <pc:docMk/>
            <pc:sldMk cId="1851546690" sldId="263"/>
            <ac:spMk id="3" creationId="{782F79A5-E73C-E3A8-D1DC-6989FF29E9C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BCDF-BD0B-762B-82C2-06F8FE122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8470C-962D-5C3B-6139-113BD4D42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B808D-BE50-9874-DBDC-EE27E0EB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8CE77-4DA1-9A55-3EBF-0D3F00A3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25390-498F-413A-3B5B-14C02F9F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0679A-B5EF-5DC1-01A7-8DADC296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55739-97B0-435C-6C31-31EF0837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48091-CBE8-9967-A614-5A5C2CD1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BEA3F-8621-A9B2-C708-AFF77369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C6EC3-2A87-490B-1DC4-FE622AD07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5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0251-D9DF-F836-7020-99457802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C936-1597-4F93-12BB-A9D6AD649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E3818-99C6-A36C-DF18-F9F035C2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2437B-DD7D-0AB6-41A1-195C7052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78E35-5F03-1A50-1500-C7122F63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9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BEF9-6EEF-9AE5-9F55-EF6F082D2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145AC-5370-867F-1E7F-2C7ED4EAA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91C7A-41E7-471C-B96B-E3DC96EB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1A615-21B1-C2D1-CEF6-E98D6F552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A37F7-E6E0-E997-5D02-0FDD73A0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2ED2E-CB3C-C51A-3023-5AA651DE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2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A8B3-A27D-0CC7-008B-AA314D82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21080-FAF1-E7D6-EAB0-842524D5A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1F660-E0E8-6F04-2414-A292FFC1C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45A5E-0582-D8D1-3BCA-D7D5F6E67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A66D9-C438-77C5-993F-348D0EB86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268B5-A47A-B639-56C6-39D5E841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BDD3D-E48C-ED57-3F1B-191D9D12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D9C74-C00C-43A3-B0C8-C19B2727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4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8E87-3870-5D69-4847-0F85E198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5B319-0E53-F24E-7381-3B74BDC4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A559D-1CC3-5E89-F92B-4F870C86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6F0FD-DACA-B2E0-D432-427A1CA5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8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1BC977-BCF7-CE5B-93CB-5F7C21AFE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00662-4F49-B118-D5DD-AE44D5B0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24ED1-4A1F-1B06-97E8-F91846CC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4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6A55-B3EC-9368-314D-FFAD25C1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FDD5A-BAC9-0D24-C396-04D611255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ACA00-7DA8-F334-0991-D80BD8A1E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68295-2027-49AB-7EB1-B6F26286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D63F9-46C3-CA68-6CD9-D400E2E5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15E34-168E-2A54-0C8F-30C9A7AE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7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E5BE-1A5C-874D-3138-A62E834E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95CA4-D632-EEFF-4F5A-2EACEC4097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647DA-C696-79E1-2589-B9E31C30D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BDC51-AF58-BABF-8A25-09BF0DDE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33074-BBF5-578E-EA05-94CBD849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2DC9F-2CE2-60D2-0737-1A6D347D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8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00C8-22D0-4EDB-A6AD-BFD0D737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9E33A-C33E-F327-6614-1C86888FB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AC916-205E-593C-C789-5545D6A1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77F9-526A-6DF2-E848-CCE3D19D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164DD-01C3-503F-DA71-6B85BA88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7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C8F17-CB06-79E9-DFF7-77CE84249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585CB-F677-65F4-566A-73A563B97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12ECD-08CE-B657-9BC3-EF2779F9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3F762-C5A8-15B6-BE0D-2FCC8B39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75B3F-944C-A706-F07E-7C3D8CC4E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3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6D058-A7B6-FA51-75AA-CF23932B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FFF3D-1A88-D156-7244-598261F67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CFC11-9C95-64A6-AAA7-13D028D32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AFA59-C491-4FF3-95B2-E8877187DFDD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91718-2A0D-7230-F388-0B697C450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F84E7-B08B-4F5C-A1A1-CFFAA7005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4F9E3-5B9A-45C3-9A7F-582A7D34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9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8DE9-3021-E886-DA88-790314E6FD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Zeyad Abduction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934AB-D701-37D1-43C6-04B468385A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2_18_26</a:t>
            </a:r>
          </a:p>
        </p:txBody>
      </p:sp>
    </p:spTree>
    <p:extLst>
      <p:ext uri="{BB962C8B-B14F-4D97-AF65-F5344CB8AC3E}">
        <p14:creationId xmlns:p14="http://schemas.microsoft.com/office/powerpoint/2010/main" val="254433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6E3325-C33F-295B-A119-54C38038C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56" y="451251"/>
            <a:ext cx="10031288" cy="5561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8B21AD-8196-223C-2B09-BFFADC4A8FCF}"/>
              </a:ext>
            </a:extLst>
          </p:cNvPr>
          <p:cNvSpPr txBox="1"/>
          <p:nvPr/>
        </p:nvSpPr>
        <p:spPr>
          <a:xfrm>
            <a:off x="5519651" y="3483033"/>
            <a:ext cx="5591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First Application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D42B6-84F8-54A0-FD63-335A10121104}"/>
              </a:ext>
            </a:extLst>
          </p:cNvPr>
          <p:cNvSpPr txBox="1"/>
          <p:nvPr/>
        </p:nvSpPr>
        <p:spPr>
          <a:xfrm>
            <a:off x="5519650" y="4192386"/>
            <a:ext cx="5591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Second Application 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CC2529-CF9A-B498-E075-048E60F430F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008418" y="3667699"/>
            <a:ext cx="511233" cy="355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3AF530-452D-A07F-0B41-290769713890}"/>
              </a:ext>
            </a:extLst>
          </p:cNvPr>
          <p:cNvCxnSpPr>
            <a:cxnSpLocks/>
          </p:cNvCxnSpPr>
          <p:nvPr/>
        </p:nvCxnSpPr>
        <p:spPr>
          <a:xfrm flipH="1" flipV="1">
            <a:off x="5049982" y="4208026"/>
            <a:ext cx="505691" cy="15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9C3BB2C-A3F7-472C-2D16-DA65822F4D05}"/>
              </a:ext>
            </a:extLst>
          </p:cNvPr>
          <p:cNvSpPr txBox="1"/>
          <p:nvPr/>
        </p:nvSpPr>
        <p:spPr>
          <a:xfrm>
            <a:off x="4121726" y="4577358"/>
            <a:ext cx="8438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First Application Data, first trial (3 trials in total: 0, 1, 2)-&gt; (Pandas </a:t>
            </a:r>
            <a:r>
              <a:rPr lang="en-US" dirty="0" err="1">
                <a:solidFill>
                  <a:srgbClr val="FF0000"/>
                </a:solidFill>
              </a:rPr>
              <a:t>DataFrame</a:t>
            </a:r>
            <a:r>
              <a:rPr lang="en-US" dirty="0">
                <a:solidFill>
                  <a:srgbClr val="FF0000"/>
                </a:solidFill>
              </a:rPr>
              <a:t>) 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16E710-8E56-703A-4EDA-EB42A0FBDE51}"/>
              </a:ext>
            </a:extLst>
          </p:cNvPr>
          <p:cNvCxnSpPr>
            <a:cxnSpLocks/>
          </p:cNvCxnSpPr>
          <p:nvPr/>
        </p:nvCxnSpPr>
        <p:spPr>
          <a:xfrm flipH="1">
            <a:off x="3125585" y="4762024"/>
            <a:ext cx="10363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059232-9EB9-63CA-1066-C8F148E15A90}"/>
              </a:ext>
            </a:extLst>
          </p:cNvPr>
          <p:cNvSpPr txBox="1"/>
          <p:nvPr/>
        </p:nvSpPr>
        <p:spPr>
          <a:xfrm>
            <a:off x="3923608" y="6296707"/>
            <a:ext cx="7958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rgbClr val="FF0000"/>
                </a:solidFill>
              </a:rPr>
              <a:t>theta_cam_cal</a:t>
            </a:r>
            <a:r>
              <a:rPr lang="en-US" b="1" u="sng" dirty="0">
                <a:solidFill>
                  <a:srgbClr val="FF0000"/>
                </a:solidFill>
              </a:rPr>
              <a:t>:  </a:t>
            </a:r>
            <a:r>
              <a:rPr lang="en-US" dirty="0">
                <a:solidFill>
                  <a:srgbClr val="FF0000"/>
                </a:solidFill>
              </a:rPr>
              <a:t>ADC Data converted to angles with calibration curve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FFDEF1-D157-7605-B998-56B21EEA97DD}"/>
              </a:ext>
            </a:extLst>
          </p:cNvPr>
          <p:cNvCxnSpPr>
            <a:cxnSpLocks/>
          </p:cNvCxnSpPr>
          <p:nvPr/>
        </p:nvCxnSpPr>
        <p:spPr>
          <a:xfrm flipV="1">
            <a:off x="8081357" y="5160667"/>
            <a:ext cx="410094" cy="1143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49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BCD5D-BF25-60C7-424E-367ACAD06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theta_cam_cal</a:t>
            </a:r>
            <a:r>
              <a:rPr lang="en-US" b="1" dirty="0"/>
              <a:t> </a:t>
            </a:r>
            <a:r>
              <a:rPr lang="en-US" dirty="0"/>
              <a:t>is a column within the </a:t>
            </a:r>
            <a:r>
              <a:rPr lang="en-US" b="1" dirty="0" err="1"/>
              <a:t>adc_first_theta</a:t>
            </a:r>
            <a:r>
              <a:rPr lang="en-US" b="1" dirty="0"/>
              <a:t>[0]</a:t>
            </a:r>
            <a:r>
              <a:rPr lang="en-US" dirty="0"/>
              <a:t> Pandas </a:t>
            </a:r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/>
              <a:t>You could create a new pandas </a:t>
            </a:r>
            <a:r>
              <a:rPr lang="en-US" dirty="0" err="1"/>
              <a:t>dataframe</a:t>
            </a:r>
            <a:r>
              <a:rPr lang="en-US" dirty="0"/>
              <a:t> and copy that column into it:</a:t>
            </a:r>
          </a:p>
          <a:p>
            <a:pPr lvl="2"/>
            <a:r>
              <a:rPr lang="en-US" b="1" dirty="0" err="1"/>
              <a:t>df_new</a:t>
            </a:r>
            <a:r>
              <a:rPr lang="en-US" b="1" dirty="0"/>
              <a:t> = </a:t>
            </a:r>
            <a:r>
              <a:rPr lang="en-US" b="1" dirty="0" err="1"/>
              <a:t>adc_first_theta</a:t>
            </a:r>
            <a:r>
              <a:rPr lang="en-US" b="1" dirty="0"/>
              <a:t>[0][["</a:t>
            </a:r>
            <a:r>
              <a:rPr lang="en-US" b="1" dirty="0" err="1"/>
              <a:t>theta_cam_cal</a:t>
            </a:r>
            <a:r>
              <a:rPr lang="en-US" b="1" dirty="0"/>
              <a:t>"]].copy()</a:t>
            </a:r>
          </a:p>
          <a:p>
            <a:pPr lvl="1"/>
            <a:r>
              <a:rPr lang="en-US" dirty="0"/>
              <a:t>Give that column a new name: </a:t>
            </a:r>
          </a:p>
          <a:p>
            <a:pPr lvl="2"/>
            <a:r>
              <a:rPr lang="en-US" b="1" dirty="0" err="1"/>
              <a:t>df_new.columns</a:t>
            </a:r>
            <a:r>
              <a:rPr lang="en-US" b="1" dirty="0"/>
              <a:t> = [“11_2_app1_trial_1"]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143F9F-258D-EA05-495C-873D83DA4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86590"/>
            <a:ext cx="10515600" cy="482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err="1">
                <a:solidFill>
                  <a:srgbClr val="FF0000"/>
                </a:solidFill>
              </a:rPr>
              <a:t>theta_cam_cal</a:t>
            </a:r>
            <a:r>
              <a:rPr lang="en-US" sz="2800" b="1" u="sng" dirty="0">
                <a:solidFill>
                  <a:srgbClr val="FF0000"/>
                </a:solidFill>
              </a:rPr>
              <a:t>:  </a:t>
            </a:r>
            <a:r>
              <a:rPr lang="en-US" sz="2800" dirty="0">
                <a:solidFill>
                  <a:srgbClr val="FF0000"/>
                </a:solidFill>
              </a:rPr>
              <a:t>ADC Data converted to angles with calibration curve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EBF00-E367-C0FA-C5F3-26C67368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829" y="3353367"/>
            <a:ext cx="3702817" cy="336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04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8D22-CBFA-783E-AC36-1E6DCDDE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02"/>
            <a:ext cx="10515600" cy="1325563"/>
          </a:xfrm>
        </p:spPr>
        <p:txBody>
          <a:bodyPr/>
          <a:lstStyle/>
          <a:p>
            <a:r>
              <a:rPr lang="en-US" dirty="0"/>
              <a:t>Append Trial Columns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1F8B6-67DD-CFCE-3F2D-83C2A593B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21" y="1108651"/>
            <a:ext cx="5525563" cy="55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73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3B64-01C1-9493-1E00-5283D13BF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Taking Standard Deviations per column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82574-9032-EA76-4BE7-F824C4929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916" y="2038669"/>
            <a:ext cx="8016166" cy="311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37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B07E-47CB-3726-AEFA-D7D3D4CF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Mean and Std of column Std’s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8983A-21C2-3269-AB80-1CB06385E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05" y="2025287"/>
            <a:ext cx="5411824" cy="298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8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5A79-C4C3-6DA8-AD0E-8387835D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Overall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63AB0-0DDE-59AC-6FD3-29AA91C42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Participant will have 2 applications and 3 trials per application</a:t>
            </a:r>
          </a:p>
          <a:p>
            <a:pPr lvl="1"/>
            <a:r>
              <a:rPr lang="en-US" dirty="0"/>
              <a:t>Within each trial there should be two distinct regions:</a:t>
            </a:r>
          </a:p>
          <a:p>
            <a:pPr lvl="2"/>
            <a:r>
              <a:rPr lang="en-US" dirty="0"/>
              <a:t>(1) Rest region</a:t>
            </a:r>
          </a:p>
          <a:p>
            <a:pPr lvl="2"/>
            <a:r>
              <a:rPr lang="en-US" dirty="0"/>
              <a:t>(2) Abduction moving region -&gt; cycle 0 to 20 deg</a:t>
            </a:r>
          </a:p>
          <a:p>
            <a:r>
              <a:rPr lang="en-US" dirty="0"/>
              <a:t>We want to compare overall region of non-moving to moving</a:t>
            </a:r>
          </a:p>
          <a:p>
            <a:pPr lvl="1"/>
            <a:r>
              <a:rPr lang="en-US" dirty="0"/>
              <a:t>We can accomplish that by doing the following:</a:t>
            </a:r>
          </a:p>
          <a:p>
            <a:pPr lvl="2"/>
            <a:r>
              <a:rPr lang="en-US" dirty="0"/>
              <a:t>Take std of non-moving regions AND moving regions for each participant/application/trial</a:t>
            </a:r>
          </a:p>
          <a:p>
            <a:pPr lvl="2"/>
            <a:r>
              <a:rPr lang="en-US" dirty="0"/>
              <a:t> put all those std’s into a new </a:t>
            </a:r>
            <a:r>
              <a:rPr lang="en-US" dirty="0" err="1"/>
              <a:t>dataframe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We will do a stat/hypothesis testing significance analysis where we compare non-moving region for all participants to moving region</a:t>
            </a:r>
          </a:p>
          <a:p>
            <a:pPr lvl="2"/>
            <a:r>
              <a:rPr lang="en-US" dirty="0"/>
              <a:t>Question is:  Does abduction significantly affect changes in angle measurement?</a:t>
            </a:r>
          </a:p>
        </p:txBody>
      </p:sp>
    </p:spTree>
    <p:extLst>
      <p:ext uri="{BB962C8B-B14F-4D97-AF65-F5344CB8AC3E}">
        <p14:creationId xmlns:p14="http://schemas.microsoft.com/office/powerpoint/2010/main" val="4121959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55B3-1A7C-0D8E-A7FA-DFF55578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F79A5-E73C-E3A8-D1DC-6989FF29E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be able to clearly identify regions/timestamps/frames in videos where movement begins</a:t>
            </a:r>
          </a:p>
          <a:p>
            <a:r>
              <a:rPr lang="en-US" dirty="0"/>
              <a:t>Each trial lasted exactly 10 sec because that is how we programmed the </a:t>
            </a:r>
            <a:r>
              <a:rPr lang="en-US" dirty="0" err="1"/>
              <a:t>daq</a:t>
            </a:r>
            <a:r>
              <a:rPr lang="en-US" dirty="0"/>
              <a:t> code in </a:t>
            </a:r>
            <a:r>
              <a:rPr lang="en-US" dirty="0" err="1"/>
              <a:t>Rpi</a:t>
            </a:r>
            <a:endParaRPr lang="en-US" dirty="0"/>
          </a:p>
          <a:p>
            <a:r>
              <a:rPr lang="en-US" dirty="0"/>
              <a:t>Video Frame Extractor Code:  Google how to do this</a:t>
            </a:r>
          </a:p>
        </p:txBody>
      </p:sp>
    </p:spTree>
    <p:extLst>
      <p:ext uri="{BB962C8B-B14F-4D97-AF65-F5344CB8AC3E}">
        <p14:creationId xmlns:p14="http://schemas.microsoft.com/office/powerpoint/2010/main" val="1851546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316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Zeyad Abduction Analysis</vt:lpstr>
      <vt:lpstr>PowerPoint Presentation</vt:lpstr>
      <vt:lpstr>theta_cam_cal:  ADC Data converted to angles with calibration curve</vt:lpstr>
      <vt:lpstr>Append Trial Columns</vt:lpstr>
      <vt:lpstr>Example of Taking Standard Deviations per column</vt:lpstr>
      <vt:lpstr>Take Mean and Std of column Std’s</vt:lpstr>
      <vt:lpstr>So Overall Plan</vt:lpstr>
      <vt:lpstr>Videos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Oppenheim, Tomas</dc:creator>
  <cp:lastModifiedBy>Oppenheim, Tomas</cp:lastModifiedBy>
  <cp:revision>1</cp:revision>
  <dcterms:created xsi:type="dcterms:W3CDTF">2026-02-18T15:35:47Z</dcterms:created>
  <dcterms:modified xsi:type="dcterms:W3CDTF">2026-02-18T16:29:44Z</dcterms:modified>
</cp:coreProperties>
</file>